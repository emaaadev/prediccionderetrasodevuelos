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E9ED12-F2E7-4FA7-9D73-18423961FF9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A80C15-F51C-4215-A064-EA3E7EB616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Endpoint (72h): $7.20</a:t>
          </a:r>
        </a:p>
      </dgm:t>
    </dgm:pt>
    <dgm:pt modelId="{AD8EA00D-F0BA-42B8-8AD3-869D16AEFC18}" type="parTrans" cxnId="{ACC9646D-0FAF-46FB-98FF-E81CA8551566}">
      <dgm:prSet/>
      <dgm:spPr/>
      <dgm:t>
        <a:bodyPr/>
        <a:lstStyle/>
        <a:p>
          <a:endParaRPr lang="en-US"/>
        </a:p>
      </dgm:t>
    </dgm:pt>
    <dgm:pt modelId="{7609CA6A-4E58-4CC3-B51B-596BC1C56CC2}" type="sibTrans" cxnId="{ACC9646D-0FAF-46FB-98FF-E81CA8551566}">
      <dgm:prSet/>
      <dgm:spPr/>
      <dgm:t>
        <a:bodyPr/>
        <a:lstStyle/>
        <a:p>
          <a:endParaRPr lang="en-US"/>
        </a:p>
      </dgm:t>
    </dgm:pt>
    <dgm:pt modelId="{AEB1D913-F786-4D80-A704-D07B6D4E58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Container Registry: $0.17</a:t>
          </a:r>
        </a:p>
      </dgm:t>
    </dgm:pt>
    <dgm:pt modelId="{4950911A-3404-402F-A13C-FBDC8696FBD4}" type="parTrans" cxnId="{D49703AF-832F-4911-9F2B-387B38771C1C}">
      <dgm:prSet/>
      <dgm:spPr/>
      <dgm:t>
        <a:bodyPr/>
        <a:lstStyle/>
        <a:p>
          <a:endParaRPr lang="en-US"/>
        </a:p>
      </dgm:t>
    </dgm:pt>
    <dgm:pt modelId="{39158BB0-E535-4BBE-A5FC-0AC5739C2662}" type="sibTrans" cxnId="{D49703AF-832F-4911-9F2B-387B38771C1C}">
      <dgm:prSet/>
      <dgm:spPr/>
      <dgm:t>
        <a:bodyPr/>
        <a:lstStyle/>
        <a:p>
          <a:endParaRPr lang="en-US"/>
        </a:p>
      </dgm:t>
    </dgm:pt>
    <dgm:pt modelId="{DBAFEE77-E241-41C5-A63F-86FF929AB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Total: ~$7.50</a:t>
          </a:r>
        </a:p>
      </dgm:t>
    </dgm:pt>
    <dgm:pt modelId="{310326C4-66B1-41A9-96AB-E663B1502E36}" type="parTrans" cxnId="{BEF7A975-B00F-4BBA-AA88-F94CF5B673E9}">
      <dgm:prSet/>
      <dgm:spPr/>
      <dgm:t>
        <a:bodyPr/>
        <a:lstStyle/>
        <a:p>
          <a:endParaRPr lang="en-US"/>
        </a:p>
      </dgm:t>
    </dgm:pt>
    <dgm:pt modelId="{E4426674-7748-49F1-A7D9-E6B7C94E4D4B}" type="sibTrans" cxnId="{BEF7A975-B00F-4BBA-AA88-F94CF5B673E9}">
      <dgm:prSet/>
      <dgm:spPr/>
      <dgm:t>
        <a:bodyPr/>
        <a:lstStyle/>
        <a:p>
          <a:endParaRPr lang="en-US"/>
        </a:p>
      </dgm:t>
    </dgm:pt>
    <dgm:pt modelId="{D5FA5D03-0F49-46C1-92E4-727E121FC412}" type="pres">
      <dgm:prSet presAssocID="{A6E9ED12-F2E7-4FA7-9D73-18423961FF9A}" presName="root" presStyleCnt="0">
        <dgm:presLayoutVars>
          <dgm:dir/>
          <dgm:resizeHandles val="exact"/>
        </dgm:presLayoutVars>
      </dgm:prSet>
      <dgm:spPr/>
    </dgm:pt>
    <dgm:pt modelId="{E29AB22B-A311-43E0-AC55-7B00D57CA266}" type="pres">
      <dgm:prSet presAssocID="{9FA80C15-F51C-4215-A064-EA3E7EB61613}" presName="compNode" presStyleCnt="0"/>
      <dgm:spPr/>
    </dgm:pt>
    <dgm:pt modelId="{F9CB68BE-305E-43CC-8BE4-DA7332EB2268}" type="pres">
      <dgm:prSet presAssocID="{9FA80C15-F51C-4215-A064-EA3E7EB6161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nta"/>
        </a:ext>
      </dgm:extLst>
    </dgm:pt>
    <dgm:pt modelId="{76F7762C-10C1-43C9-A862-0B73DB3413A9}" type="pres">
      <dgm:prSet presAssocID="{9FA80C15-F51C-4215-A064-EA3E7EB61613}" presName="spaceRect" presStyleCnt="0"/>
      <dgm:spPr/>
    </dgm:pt>
    <dgm:pt modelId="{BC52ED02-CC17-4389-9D00-60F1286E37C2}" type="pres">
      <dgm:prSet presAssocID="{9FA80C15-F51C-4215-A064-EA3E7EB61613}" presName="textRect" presStyleLbl="revTx" presStyleIdx="0" presStyleCnt="3">
        <dgm:presLayoutVars>
          <dgm:chMax val="1"/>
          <dgm:chPref val="1"/>
        </dgm:presLayoutVars>
      </dgm:prSet>
      <dgm:spPr/>
    </dgm:pt>
    <dgm:pt modelId="{68DEBD9F-F99D-41EF-BE52-35A775EA6BC5}" type="pres">
      <dgm:prSet presAssocID="{7609CA6A-4E58-4CC3-B51B-596BC1C56CC2}" presName="sibTrans" presStyleCnt="0"/>
      <dgm:spPr/>
    </dgm:pt>
    <dgm:pt modelId="{9033EA52-FB83-417A-ACF0-B18DCB8BD27E}" type="pres">
      <dgm:prSet presAssocID="{AEB1D913-F786-4D80-A704-D07B6D4E586B}" presName="compNode" presStyleCnt="0"/>
      <dgm:spPr/>
    </dgm:pt>
    <dgm:pt modelId="{D574C437-B855-47E8-A74A-923E3B297D9F}" type="pres">
      <dgm:prSet presAssocID="{AEB1D913-F786-4D80-A704-D07B6D4E586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ja"/>
        </a:ext>
      </dgm:extLst>
    </dgm:pt>
    <dgm:pt modelId="{F7976565-D0BD-4CB4-A732-98FB29D572F0}" type="pres">
      <dgm:prSet presAssocID="{AEB1D913-F786-4D80-A704-D07B6D4E586B}" presName="spaceRect" presStyleCnt="0"/>
      <dgm:spPr/>
    </dgm:pt>
    <dgm:pt modelId="{E229DEB8-A5F8-4E12-9A52-CB820FDE7CB5}" type="pres">
      <dgm:prSet presAssocID="{AEB1D913-F786-4D80-A704-D07B6D4E586B}" presName="textRect" presStyleLbl="revTx" presStyleIdx="1" presStyleCnt="3">
        <dgm:presLayoutVars>
          <dgm:chMax val="1"/>
          <dgm:chPref val="1"/>
        </dgm:presLayoutVars>
      </dgm:prSet>
      <dgm:spPr/>
    </dgm:pt>
    <dgm:pt modelId="{B5CCF67E-8FE3-4591-9B12-86F32562A2C7}" type="pres">
      <dgm:prSet presAssocID="{39158BB0-E535-4BBE-A5FC-0AC5739C2662}" presName="sibTrans" presStyleCnt="0"/>
      <dgm:spPr/>
    </dgm:pt>
    <dgm:pt modelId="{47974E45-82B2-4952-8123-7FCFF5DE7BA4}" type="pres">
      <dgm:prSet presAssocID="{DBAFEE77-E241-41C5-A63F-86FF929ABF29}" presName="compNode" presStyleCnt="0"/>
      <dgm:spPr/>
    </dgm:pt>
    <dgm:pt modelId="{58072946-2B40-4A93-9ACA-550CE85A3EEF}" type="pres">
      <dgm:prSet presAssocID="{DBAFEE77-E241-41C5-A63F-86FF929ABF2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A7B9F533-3EAD-4EBD-BB85-29B82A696B2B}" type="pres">
      <dgm:prSet presAssocID="{DBAFEE77-E241-41C5-A63F-86FF929ABF29}" presName="spaceRect" presStyleCnt="0"/>
      <dgm:spPr/>
    </dgm:pt>
    <dgm:pt modelId="{92E449B6-9455-408D-95BC-2C5EC757A45C}" type="pres">
      <dgm:prSet presAssocID="{DBAFEE77-E241-41C5-A63F-86FF929ABF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122F81E-4BD7-4F1A-AA93-7D1F6C3DD3DC}" type="presOf" srcId="{AEB1D913-F786-4D80-A704-D07B6D4E586B}" destId="{E229DEB8-A5F8-4E12-9A52-CB820FDE7CB5}" srcOrd="0" destOrd="0" presId="urn:microsoft.com/office/officeart/2018/2/layout/IconLabelList"/>
    <dgm:cxn modelId="{29373E3A-4E13-4B85-9C74-51A1F31FCFA9}" type="presOf" srcId="{A6E9ED12-F2E7-4FA7-9D73-18423961FF9A}" destId="{D5FA5D03-0F49-46C1-92E4-727E121FC412}" srcOrd="0" destOrd="0" presId="urn:microsoft.com/office/officeart/2018/2/layout/IconLabelList"/>
    <dgm:cxn modelId="{ACC9646D-0FAF-46FB-98FF-E81CA8551566}" srcId="{A6E9ED12-F2E7-4FA7-9D73-18423961FF9A}" destId="{9FA80C15-F51C-4215-A064-EA3E7EB61613}" srcOrd="0" destOrd="0" parTransId="{AD8EA00D-F0BA-42B8-8AD3-869D16AEFC18}" sibTransId="{7609CA6A-4E58-4CC3-B51B-596BC1C56CC2}"/>
    <dgm:cxn modelId="{AA80536E-4C66-44B3-B94B-4F8A5F5E84F6}" type="presOf" srcId="{9FA80C15-F51C-4215-A064-EA3E7EB61613}" destId="{BC52ED02-CC17-4389-9D00-60F1286E37C2}" srcOrd="0" destOrd="0" presId="urn:microsoft.com/office/officeart/2018/2/layout/IconLabelList"/>
    <dgm:cxn modelId="{BEF7A975-B00F-4BBA-AA88-F94CF5B673E9}" srcId="{A6E9ED12-F2E7-4FA7-9D73-18423961FF9A}" destId="{DBAFEE77-E241-41C5-A63F-86FF929ABF29}" srcOrd="2" destOrd="0" parTransId="{310326C4-66B1-41A9-96AB-E663B1502E36}" sibTransId="{E4426674-7748-49F1-A7D9-E6B7C94E4D4B}"/>
    <dgm:cxn modelId="{F07CF299-7305-44D3-BC25-683EF2AA6F3A}" type="presOf" srcId="{DBAFEE77-E241-41C5-A63F-86FF929ABF29}" destId="{92E449B6-9455-408D-95BC-2C5EC757A45C}" srcOrd="0" destOrd="0" presId="urn:microsoft.com/office/officeart/2018/2/layout/IconLabelList"/>
    <dgm:cxn modelId="{D49703AF-832F-4911-9F2B-387B38771C1C}" srcId="{A6E9ED12-F2E7-4FA7-9D73-18423961FF9A}" destId="{AEB1D913-F786-4D80-A704-D07B6D4E586B}" srcOrd="1" destOrd="0" parTransId="{4950911A-3404-402F-A13C-FBDC8696FBD4}" sibTransId="{39158BB0-E535-4BBE-A5FC-0AC5739C2662}"/>
    <dgm:cxn modelId="{1FA6899A-77D4-457B-BE52-0BF6F82D39F5}" type="presParOf" srcId="{D5FA5D03-0F49-46C1-92E4-727E121FC412}" destId="{E29AB22B-A311-43E0-AC55-7B00D57CA266}" srcOrd="0" destOrd="0" presId="urn:microsoft.com/office/officeart/2018/2/layout/IconLabelList"/>
    <dgm:cxn modelId="{9273A559-55EC-4A7B-9B04-773B657CEA66}" type="presParOf" srcId="{E29AB22B-A311-43E0-AC55-7B00D57CA266}" destId="{F9CB68BE-305E-43CC-8BE4-DA7332EB2268}" srcOrd="0" destOrd="0" presId="urn:microsoft.com/office/officeart/2018/2/layout/IconLabelList"/>
    <dgm:cxn modelId="{346FE856-3637-49CE-A575-B2923A2CF05A}" type="presParOf" srcId="{E29AB22B-A311-43E0-AC55-7B00D57CA266}" destId="{76F7762C-10C1-43C9-A862-0B73DB3413A9}" srcOrd="1" destOrd="0" presId="urn:microsoft.com/office/officeart/2018/2/layout/IconLabelList"/>
    <dgm:cxn modelId="{2ACF51BA-8DF1-4E1E-A65B-60C7D41ADD24}" type="presParOf" srcId="{E29AB22B-A311-43E0-AC55-7B00D57CA266}" destId="{BC52ED02-CC17-4389-9D00-60F1286E37C2}" srcOrd="2" destOrd="0" presId="urn:microsoft.com/office/officeart/2018/2/layout/IconLabelList"/>
    <dgm:cxn modelId="{9A508BBF-7A69-449B-9686-0F1A6B74C3E8}" type="presParOf" srcId="{D5FA5D03-0F49-46C1-92E4-727E121FC412}" destId="{68DEBD9F-F99D-41EF-BE52-35A775EA6BC5}" srcOrd="1" destOrd="0" presId="urn:microsoft.com/office/officeart/2018/2/layout/IconLabelList"/>
    <dgm:cxn modelId="{FCF8C687-B241-4034-BE8E-B0780EE62A31}" type="presParOf" srcId="{D5FA5D03-0F49-46C1-92E4-727E121FC412}" destId="{9033EA52-FB83-417A-ACF0-B18DCB8BD27E}" srcOrd="2" destOrd="0" presId="urn:microsoft.com/office/officeart/2018/2/layout/IconLabelList"/>
    <dgm:cxn modelId="{F2C43712-8D58-4B7B-8E9E-243F564CAED7}" type="presParOf" srcId="{9033EA52-FB83-417A-ACF0-B18DCB8BD27E}" destId="{D574C437-B855-47E8-A74A-923E3B297D9F}" srcOrd="0" destOrd="0" presId="urn:microsoft.com/office/officeart/2018/2/layout/IconLabelList"/>
    <dgm:cxn modelId="{6F2EBE53-C6D7-418A-8389-95815BDA8D5C}" type="presParOf" srcId="{9033EA52-FB83-417A-ACF0-B18DCB8BD27E}" destId="{F7976565-D0BD-4CB4-A732-98FB29D572F0}" srcOrd="1" destOrd="0" presId="urn:microsoft.com/office/officeart/2018/2/layout/IconLabelList"/>
    <dgm:cxn modelId="{3BE8FE08-0303-474B-9DA3-110C83AFE9EE}" type="presParOf" srcId="{9033EA52-FB83-417A-ACF0-B18DCB8BD27E}" destId="{E229DEB8-A5F8-4E12-9A52-CB820FDE7CB5}" srcOrd="2" destOrd="0" presId="urn:microsoft.com/office/officeart/2018/2/layout/IconLabelList"/>
    <dgm:cxn modelId="{1CFCB00C-E664-4769-913C-BB40810F494D}" type="presParOf" srcId="{D5FA5D03-0F49-46C1-92E4-727E121FC412}" destId="{B5CCF67E-8FE3-4591-9B12-86F32562A2C7}" srcOrd="3" destOrd="0" presId="urn:microsoft.com/office/officeart/2018/2/layout/IconLabelList"/>
    <dgm:cxn modelId="{14D6351D-C71F-4041-81D8-F163E63819AC}" type="presParOf" srcId="{D5FA5D03-0F49-46C1-92E4-727E121FC412}" destId="{47974E45-82B2-4952-8123-7FCFF5DE7BA4}" srcOrd="4" destOrd="0" presId="urn:microsoft.com/office/officeart/2018/2/layout/IconLabelList"/>
    <dgm:cxn modelId="{00988788-1163-4101-AEAF-EFAA42A07BAB}" type="presParOf" srcId="{47974E45-82B2-4952-8123-7FCFF5DE7BA4}" destId="{58072946-2B40-4A93-9ACA-550CE85A3EEF}" srcOrd="0" destOrd="0" presId="urn:microsoft.com/office/officeart/2018/2/layout/IconLabelList"/>
    <dgm:cxn modelId="{8B39ADF8-F8EE-4502-AEA3-0E4A02E619F6}" type="presParOf" srcId="{47974E45-82B2-4952-8123-7FCFF5DE7BA4}" destId="{A7B9F533-3EAD-4EBD-BB85-29B82A696B2B}" srcOrd="1" destOrd="0" presId="urn:microsoft.com/office/officeart/2018/2/layout/IconLabelList"/>
    <dgm:cxn modelId="{DB3671F5-92EC-404F-9DC9-0F16D4F357B6}" type="presParOf" srcId="{47974E45-82B2-4952-8123-7FCFF5DE7BA4}" destId="{92E449B6-9455-408D-95BC-2C5EC757A45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30D486-8F8A-46D1-9118-244D0C74E95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E902463-FDEE-44B5-AAB0-76333A12F01E}">
      <dgm:prSet/>
      <dgm:spPr/>
      <dgm:t>
        <a:bodyPr/>
        <a:lstStyle/>
        <a:p>
          <a:pPr>
            <a:defRPr cap="all"/>
          </a:pPr>
          <a:r>
            <a:rPr lang="en-US"/>
            <a:t>Alta precisión: predicciones confiables</a:t>
          </a:r>
        </a:p>
      </dgm:t>
    </dgm:pt>
    <dgm:pt modelId="{FDF554E4-6B7A-42B3-8711-38968617C076}" type="parTrans" cxnId="{9E7AD0DB-2C69-4B05-BFA6-3C7B93D223D0}">
      <dgm:prSet/>
      <dgm:spPr/>
      <dgm:t>
        <a:bodyPr/>
        <a:lstStyle/>
        <a:p>
          <a:endParaRPr lang="en-US"/>
        </a:p>
      </dgm:t>
    </dgm:pt>
    <dgm:pt modelId="{99C6D031-5A2E-44FD-B83B-F2D43D12C444}" type="sibTrans" cxnId="{9E7AD0DB-2C69-4B05-BFA6-3C7B93D223D0}">
      <dgm:prSet/>
      <dgm:spPr/>
      <dgm:t>
        <a:bodyPr/>
        <a:lstStyle/>
        <a:p>
          <a:endParaRPr lang="en-US"/>
        </a:p>
      </dgm:t>
    </dgm:pt>
    <dgm:pt modelId="{C473C77C-6340-47EC-BDCA-4A9ED3CF7AA3}">
      <dgm:prSet/>
      <dgm:spPr/>
      <dgm:t>
        <a:bodyPr/>
        <a:lstStyle/>
        <a:p>
          <a:pPr>
            <a:defRPr cap="all"/>
          </a:pPr>
          <a:r>
            <a:rPr lang="en-US"/>
            <a:t>Recall 49%: detecta la mitad de retrasos</a:t>
          </a:r>
        </a:p>
      </dgm:t>
    </dgm:pt>
    <dgm:pt modelId="{4DEFB46C-D845-467C-BA3C-F59987A9A1FA}" type="parTrans" cxnId="{60ED8B9A-638B-447A-8CFE-5EC30C2C5D49}">
      <dgm:prSet/>
      <dgm:spPr/>
      <dgm:t>
        <a:bodyPr/>
        <a:lstStyle/>
        <a:p>
          <a:endParaRPr lang="en-US"/>
        </a:p>
      </dgm:t>
    </dgm:pt>
    <dgm:pt modelId="{04EDE61E-4099-488F-B23C-3C77AE140ED5}" type="sibTrans" cxnId="{60ED8B9A-638B-447A-8CFE-5EC30C2C5D49}">
      <dgm:prSet/>
      <dgm:spPr/>
      <dgm:t>
        <a:bodyPr/>
        <a:lstStyle/>
        <a:p>
          <a:endParaRPr lang="en-US"/>
        </a:p>
      </dgm:t>
    </dgm:pt>
    <dgm:pt modelId="{8EA478DF-2FB6-49D1-848C-0338F9F2218A}">
      <dgm:prSet/>
      <dgm:spPr/>
      <dgm:t>
        <a:bodyPr/>
        <a:lstStyle/>
        <a:p>
          <a:pPr>
            <a:defRPr cap="all"/>
          </a:pPr>
          <a:r>
            <a:rPr lang="en-US"/>
            <a:t>Modelo conservador y útil</a:t>
          </a:r>
        </a:p>
      </dgm:t>
    </dgm:pt>
    <dgm:pt modelId="{DBD341A3-999D-47B4-99A6-2623C977533F}" type="parTrans" cxnId="{0DE6BED9-A294-45BB-ADF6-7BBA48BB6813}">
      <dgm:prSet/>
      <dgm:spPr/>
      <dgm:t>
        <a:bodyPr/>
        <a:lstStyle/>
        <a:p>
          <a:endParaRPr lang="en-US"/>
        </a:p>
      </dgm:t>
    </dgm:pt>
    <dgm:pt modelId="{6A2C7989-0F86-4B4C-AAE3-E617BFC6725F}" type="sibTrans" cxnId="{0DE6BED9-A294-45BB-ADF6-7BBA48BB6813}">
      <dgm:prSet/>
      <dgm:spPr/>
      <dgm:t>
        <a:bodyPr/>
        <a:lstStyle/>
        <a:p>
          <a:endParaRPr lang="en-US"/>
        </a:p>
      </dgm:t>
    </dgm:pt>
    <dgm:pt modelId="{598F5797-42EE-4C27-A970-81F512A6566F}" type="pres">
      <dgm:prSet presAssocID="{3130D486-8F8A-46D1-9118-244D0C74E954}" presName="root" presStyleCnt="0">
        <dgm:presLayoutVars>
          <dgm:dir/>
          <dgm:resizeHandles val="exact"/>
        </dgm:presLayoutVars>
      </dgm:prSet>
      <dgm:spPr/>
    </dgm:pt>
    <dgm:pt modelId="{D5570814-46CA-479D-81DF-3626457DA672}" type="pres">
      <dgm:prSet presAssocID="{2E902463-FDEE-44B5-AAB0-76333A12F01E}" presName="compNode" presStyleCnt="0"/>
      <dgm:spPr/>
    </dgm:pt>
    <dgm:pt modelId="{483B0922-DD0A-4D24-B7BF-86007B4DCB7B}" type="pres">
      <dgm:prSet presAssocID="{2E902463-FDEE-44B5-AAB0-76333A12F01E}" presName="iconBgRect" presStyleLbl="bgShp" presStyleIdx="0" presStyleCnt="3"/>
      <dgm:spPr/>
    </dgm:pt>
    <dgm:pt modelId="{3A400866-0C7F-40B9-B53D-11620B7ED7E5}" type="pres">
      <dgm:prSet presAssocID="{2E902463-FDEE-44B5-AAB0-76333A12F01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52BCE6AA-3035-4494-BF1D-DC386740EAA3}" type="pres">
      <dgm:prSet presAssocID="{2E902463-FDEE-44B5-AAB0-76333A12F01E}" presName="spaceRect" presStyleCnt="0"/>
      <dgm:spPr/>
    </dgm:pt>
    <dgm:pt modelId="{FE51AD53-1653-45A6-B3A7-4A27CF78D68F}" type="pres">
      <dgm:prSet presAssocID="{2E902463-FDEE-44B5-AAB0-76333A12F01E}" presName="textRect" presStyleLbl="revTx" presStyleIdx="0" presStyleCnt="3">
        <dgm:presLayoutVars>
          <dgm:chMax val="1"/>
          <dgm:chPref val="1"/>
        </dgm:presLayoutVars>
      </dgm:prSet>
      <dgm:spPr/>
    </dgm:pt>
    <dgm:pt modelId="{1EADFF76-76AD-47EF-BEDC-265D542EB7FB}" type="pres">
      <dgm:prSet presAssocID="{99C6D031-5A2E-44FD-B83B-F2D43D12C444}" presName="sibTrans" presStyleCnt="0"/>
      <dgm:spPr/>
    </dgm:pt>
    <dgm:pt modelId="{67988D7E-DCFB-43EA-BA28-A9557A574E48}" type="pres">
      <dgm:prSet presAssocID="{C473C77C-6340-47EC-BDCA-4A9ED3CF7AA3}" presName="compNode" presStyleCnt="0"/>
      <dgm:spPr/>
    </dgm:pt>
    <dgm:pt modelId="{34FB7FAA-2095-440C-B456-F5DDAA9056E4}" type="pres">
      <dgm:prSet presAssocID="{C473C77C-6340-47EC-BDCA-4A9ED3CF7AA3}" presName="iconBgRect" presStyleLbl="bgShp" presStyleIdx="1" presStyleCnt="3"/>
      <dgm:spPr/>
    </dgm:pt>
    <dgm:pt modelId="{03570BEF-3EDA-47B9-A733-91D1139532D4}" type="pres">
      <dgm:prSet presAssocID="{C473C77C-6340-47EC-BDCA-4A9ED3CF7AA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ia"/>
        </a:ext>
      </dgm:extLst>
    </dgm:pt>
    <dgm:pt modelId="{610BE979-734D-4E35-8D0F-F7A66FAF7961}" type="pres">
      <dgm:prSet presAssocID="{C473C77C-6340-47EC-BDCA-4A9ED3CF7AA3}" presName="spaceRect" presStyleCnt="0"/>
      <dgm:spPr/>
    </dgm:pt>
    <dgm:pt modelId="{FEB77FCF-870E-4324-BF06-49BE7EFF707D}" type="pres">
      <dgm:prSet presAssocID="{C473C77C-6340-47EC-BDCA-4A9ED3CF7AA3}" presName="textRect" presStyleLbl="revTx" presStyleIdx="1" presStyleCnt="3">
        <dgm:presLayoutVars>
          <dgm:chMax val="1"/>
          <dgm:chPref val="1"/>
        </dgm:presLayoutVars>
      </dgm:prSet>
      <dgm:spPr/>
    </dgm:pt>
    <dgm:pt modelId="{65A1B7FF-2AE4-43CF-8068-6D100F365CA0}" type="pres">
      <dgm:prSet presAssocID="{04EDE61E-4099-488F-B23C-3C77AE140ED5}" presName="sibTrans" presStyleCnt="0"/>
      <dgm:spPr/>
    </dgm:pt>
    <dgm:pt modelId="{8B6CC48E-DB42-49E4-BC97-BA0CB87FF881}" type="pres">
      <dgm:prSet presAssocID="{8EA478DF-2FB6-49D1-848C-0338F9F2218A}" presName="compNode" presStyleCnt="0"/>
      <dgm:spPr/>
    </dgm:pt>
    <dgm:pt modelId="{6D6A618C-8F4D-4F07-AC18-6DCCC19191DC}" type="pres">
      <dgm:prSet presAssocID="{8EA478DF-2FB6-49D1-848C-0338F9F2218A}" presName="iconBgRect" presStyleLbl="bgShp" presStyleIdx="2" presStyleCnt="3"/>
      <dgm:spPr/>
    </dgm:pt>
    <dgm:pt modelId="{665F9EF6-1CDD-4D0D-8EFD-9D5E099FCB18}" type="pres">
      <dgm:prSet presAssocID="{8EA478DF-2FB6-49D1-848C-0338F9F2218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02C0F2B4-5C6E-4875-B34C-C02E7EE82188}" type="pres">
      <dgm:prSet presAssocID="{8EA478DF-2FB6-49D1-848C-0338F9F2218A}" presName="spaceRect" presStyleCnt="0"/>
      <dgm:spPr/>
    </dgm:pt>
    <dgm:pt modelId="{5B38408A-A800-4295-875E-4DD97248F8A5}" type="pres">
      <dgm:prSet presAssocID="{8EA478DF-2FB6-49D1-848C-0338F9F2218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842753A-EE2E-40DB-AED5-CD79D7352351}" type="presOf" srcId="{2E902463-FDEE-44B5-AAB0-76333A12F01E}" destId="{FE51AD53-1653-45A6-B3A7-4A27CF78D68F}" srcOrd="0" destOrd="0" presId="urn:microsoft.com/office/officeart/2018/5/layout/IconCircleLabelList"/>
    <dgm:cxn modelId="{1EECF97C-FEB7-463A-ADEE-F83E749CB608}" type="presOf" srcId="{3130D486-8F8A-46D1-9118-244D0C74E954}" destId="{598F5797-42EE-4C27-A970-81F512A6566F}" srcOrd="0" destOrd="0" presId="urn:microsoft.com/office/officeart/2018/5/layout/IconCircleLabelList"/>
    <dgm:cxn modelId="{60ED8B9A-638B-447A-8CFE-5EC30C2C5D49}" srcId="{3130D486-8F8A-46D1-9118-244D0C74E954}" destId="{C473C77C-6340-47EC-BDCA-4A9ED3CF7AA3}" srcOrd="1" destOrd="0" parTransId="{4DEFB46C-D845-467C-BA3C-F59987A9A1FA}" sibTransId="{04EDE61E-4099-488F-B23C-3C77AE140ED5}"/>
    <dgm:cxn modelId="{F80620D0-BF99-4FD7-AF4A-E6F6EF40C421}" type="presOf" srcId="{C473C77C-6340-47EC-BDCA-4A9ED3CF7AA3}" destId="{FEB77FCF-870E-4324-BF06-49BE7EFF707D}" srcOrd="0" destOrd="0" presId="urn:microsoft.com/office/officeart/2018/5/layout/IconCircleLabelList"/>
    <dgm:cxn modelId="{0DE6BED9-A294-45BB-ADF6-7BBA48BB6813}" srcId="{3130D486-8F8A-46D1-9118-244D0C74E954}" destId="{8EA478DF-2FB6-49D1-848C-0338F9F2218A}" srcOrd="2" destOrd="0" parTransId="{DBD341A3-999D-47B4-99A6-2623C977533F}" sibTransId="{6A2C7989-0F86-4B4C-AAE3-E617BFC6725F}"/>
    <dgm:cxn modelId="{9E7AD0DB-2C69-4B05-BFA6-3C7B93D223D0}" srcId="{3130D486-8F8A-46D1-9118-244D0C74E954}" destId="{2E902463-FDEE-44B5-AAB0-76333A12F01E}" srcOrd="0" destOrd="0" parTransId="{FDF554E4-6B7A-42B3-8711-38968617C076}" sibTransId="{99C6D031-5A2E-44FD-B83B-F2D43D12C444}"/>
    <dgm:cxn modelId="{5E1D22F5-2A2E-49B1-9D96-8E46C783758C}" type="presOf" srcId="{8EA478DF-2FB6-49D1-848C-0338F9F2218A}" destId="{5B38408A-A800-4295-875E-4DD97248F8A5}" srcOrd="0" destOrd="0" presId="urn:microsoft.com/office/officeart/2018/5/layout/IconCircleLabelList"/>
    <dgm:cxn modelId="{BD80B722-513A-4F80-9147-A3C819F2D96B}" type="presParOf" srcId="{598F5797-42EE-4C27-A970-81F512A6566F}" destId="{D5570814-46CA-479D-81DF-3626457DA672}" srcOrd="0" destOrd="0" presId="urn:microsoft.com/office/officeart/2018/5/layout/IconCircleLabelList"/>
    <dgm:cxn modelId="{BC638030-6636-4896-A1A3-3F4F68EB0ECC}" type="presParOf" srcId="{D5570814-46CA-479D-81DF-3626457DA672}" destId="{483B0922-DD0A-4D24-B7BF-86007B4DCB7B}" srcOrd="0" destOrd="0" presId="urn:microsoft.com/office/officeart/2018/5/layout/IconCircleLabelList"/>
    <dgm:cxn modelId="{137CC9AE-F1E1-47D5-825A-8BF5DA882F1D}" type="presParOf" srcId="{D5570814-46CA-479D-81DF-3626457DA672}" destId="{3A400866-0C7F-40B9-B53D-11620B7ED7E5}" srcOrd="1" destOrd="0" presId="urn:microsoft.com/office/officeart/2018/5/layout/IconCircleLabelList"/>
    <dgm:cxn modelId="{CE732141-0FBE-4B82-BFFA-C8C65CC928B8}" type="presParOf" srcId="{D5570814-46CA-479D-81DF-3626457DA672}" destId="{52BCE6AA-3035-4494-BF1D-DC386740EAA3}" srcOrd="2" destOrd="0" presId="urn:microsoft.com/office/officeart/2018/5/layout/IconCircleLabelList"/>
    <dgm:cxn modelId="{7E3C1DB7-7DD1-4433-8ADE-A654A3372216}" type="presParOf" srcId="{D5570814-46CA-479D-81DF-3626457DA672}" destId="{FE51AD53-1653-45A6-B3A7-4A27CF78D68F}" srcOrd="3" destOrd="0" presId="urn:microsoft.com/office/officeart/2018/5/layout/IconCircleLabelList"/>
    <dgm:cxn modelId="{86D9AD10-C366-4968-9FFC-8447D29F275F}" type="presParOf" srcId="{598F5797-42EE-4C27-A970-81F512A6566F}" destId="{1EADFF76-76AD-47EF-BEDC-265D542EB7FB}" srcOrd="1" destOrd="0" presId="urn:microsoft.com/office/officeart/2018/5/layout/IconCircleLabelList"/>
    <dgm:cxn modelId="{4C060671-E74C-4C8F-A5A6-FF3C3BFE616D}" type="presParOf" srcId="{598F5797-42EE-4C27-A970-81F512A6566F}" destId="{67988D7E-DCFB-43EA-BA28-A9557A574E48}" srcOrd="2" destOrd="0" presId="urn:microsoft.com/office/officeart/2018/5/layout/IconCircleLabelList"/>
    <dgm:cxn modelId="{6B01F4E9-862E-4A3B-A9E8-073021BD2D5C}" type="presParOf" srcId="{67988D7E-DCFB-43EA-BA28-A9557A574E48}" destId="{34FB7FAA-2095-440C-B456-F5DDAA9056E4}" srcOrd="0" destOrd="0" presId="urn:microsoft.com/office/officeart/2018/5/layout/IconCircleLabelList"/>
    <dgm:cxn modelId="{66CECD5D-D124-4AF1-92C1-501C52786B97}" type="presParOf" srcId="{67988D7E-DCFB-43EA-BA28-A9557A574E48}" destId="{03570BEF-3EDA-47B9-A733-91D1139532D4}" srcOrd="1" destOrd="0" presId="urn:microsoft.com/office/officeart/2018/5/layout/IconCircleLabelList"/>
    <dgm:cxn modelId="{D04E5597-9C0E-4198-8FF8-5E9EB3A85EB7}" type="presParOf" srcId="{67988D7E-DCFB-43EA-BA28-A9557A574E48}" destId="{610BE979-734D-4E35-8D0F-F7A66FAF7961}" srcOrd="2" destOrd="0" presId="urn:microsoft.com/office/officeart/2018/5/layout/IconCircleLabelList"/>
    <dgm:cxn modelId="{8DF7153B-AAE3-4B0E-B303-A6F27C2C9C3E}" type="presParOf" srcId="{67988D7E-DCFB-43EA-BA28-A9557A574E48}" destId="{FEB77FCF-870E-4324-BF06-49BE7EFF707D}" srcOrd="3" destOrd="0" presId="urn:microsoft.com/office/officeart/2018/5/layout/IconCircleLabelList"/>
    <dgm:cxn modelId="{35B5EB31-EBC9-4A0B-8D04-7A241440BC2E}" type="presParOf" srcId="{598F5797-42EE-4C27-A970-81F512A6566F}" destId="{65A1B7FF-2AE4-43CF-8068-6D100F365CA0}" srcOrd="3" destOrd="0" presId="urn:microsoft.com/office/officeart/2018/5/layout/IconCircleLabelList"/>
    <dgm:cxn modelId="{FD60F6B6-1095-478E-8FAE-0FA5C82FE44F}" type="presParOf" srcId="{598F5797-42EE-4C27-A970-81F512A6566F}" destId="{8B6CC48E-DB42-49E4-BC97-BA0CB87FF881}" srcOrd="4" destOrd="0" presId="urn:microsoft.com/office/officeart/2018/5/layout/IconCircleLabelList"/>
    <dgm:cxn modelId="{619DDD2F-DC65-4B7D-BACE-2370C0F19FEF}" type="presParOf" srcId="{8B6CC48E-DB42-49E4-BC97-BA0CB87FF881}" destId="{6D6A618C-8F4D-4F07-AC18-6DCCC19191DC}" srcOrd="0" destOrd="0" presId="urn:microsoft.com/office/officeart/2018/5/layout/IconCircleLabelList"/>
    <dgm:cxn modelId="{12FF725A-671D-4F1D-B512-F779FEC876C8}" type="presParOf" srcId="{8B6CC48E-DB42-49E4-BC97-BA0CB87FF881}" destId="{665F9EF6-1CDD-4D0D-8EFD-9D5E099FCB18}" srcOrd="1" destOrd="0" presId="urn:microsoft.com/office/officeart/2018/5/layout/IconCircleLabelList"/>
    <dgm:cxn modelId="{F5E983A1-5D24-4D14-A33A-84234D6037E0}" type="presParOf" srcId="{8B6CC48E-DB42-49E4-BC97-BA0CB87FF881}" destId="{02C0F2B4-5C6E-4875-B34C-C02E7EE82188}" srcOrd="2" destOrd="0" presId="urn:microsoft.com/office/officeart/2018/5/layout/IconCircleLabelList"/>
    <dgm:cxn modelId="{A4EE4648-F8B0-40AC-841F-7BCEFE2090C9}" type="presParOf" srcId="{8B6CC48E-DB42-49E4-BC97-BA0CB87FF881}" destId="{5B38408A-A800-4295-875E-4DD97248F8A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F70BEF-B802-4D9A-883E-16DF41155BA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243A750-D3CC-4FA4-B0F8-A6CA5E3E9A64}">
      <dgm:prSet/>
      <dgm:spPr/>
      <dgm:t>
        <a:bodyPr/>
        <a:lstStyle/>
        <a:p>
          <a:r>
            <a:rPr lang="en-US"/>
            <a:t>Predicción 2+ horas antes</a:t>
          </a:r>
        </a:p>
      </dgm:t>
    </dgm:pt>
    <dgm:pt modelId="{2D13D22D-6280-404E-A0C3-55E087CB4712}" type="parTrans" cxnId="{0FBB9890-52D7-4324-A01A-C363DD76A2AF}">
      <dgm:prSet/>
      <dgm:spPr/>
      <dgm:t>
        <a:bodyPr/>
        <a:lstStyle/>
        <a:p>
          <a:endParaRPr lang="en-US"/>
        </a:p>
      </dgm:t>
    </dgm:pt>
    <dgm:pt modelId="{88759775-71CE-49B0-83AA-7C4265D740CB}" type="sibTrans" cxnId="{0FBB9890-52D7-4324-A01A-C363DD76A2AF}">
      <dgm:prSet/>
      <dgm:spPr/>
      <dgm:t>
        <a:bodyPr/>
        <a:lstStyle/>
        <a:p>
          <a:endParaRPr lang="en-US"/>
        </a:p>
      </dgm:t>
    </dgm:pt>
    <dgm:pt modelId="{7E3431CE-2E7D-4ADF-BA01-0C6FEC805187}">
      <dgm:prSet/>
      <dgm:spPr/>
      <dgm:t>
        <a:bodyPr/>
        <a:lstStyle/>
        <a:p>
          <a:r>
            <a:rPr lang="en-US"/>
            <a:t>30-40% menos quejas</a:t>
          </a:r>
        </a:p>
      </dgm:t>
    </dgm:pt>
    <dgm:pt modelId="{72CF8856-C961-4298-A0CD-01A4C2C94F5E}" type="parTrans" cxnId="{F5F105E6-08FF-4DD4-82B6-4DB432C70169}">
      <dgm:prSet/>
      <dgm:spPr/>
      <dgm:t>
        <a:bodyPr/>
        <a:lstStyle/>
        <a:p>
          <a:endParaRPr lang="en-US"/>
        </a:p>
      </dgm:t>
    </dgm:pt>
    <dgm:pt modelId="{D1B597A9-5C17-4241-9640-F3BF106D874A}" type="sibTrans" cxnId="{F5F105E6-08FF-4DD4-82B6-4DB432C70169}">
      <dgm:prSet/>
      <dgm:spPr/>
      <dgm:t>
        <a:bodyPr/>
        <a:lstStyle/>
        <a:p>
          <a:endParaRPr lang="en-US"/>
        </a:p>
      </dgm:t>
    </dgm:pt>
    <dgm:pt modelId="{5199ECA4-1A1F-4C30-83B4-AA5A963BDCED}">
      <dgm:prSet/>
      <dgm:spPr/>
      <dgm:t>
        <a:bodyPr/>
        <a:lstStyle/>
        <a:p>
          <a:r>
            <a:rPr lang="en-US"/>
            <a:t>Ahorro $15-$50 por pasajero</a:t>
          </a:r>
        </a:p>
      </dgm:t>
    </dgm:pt>
    <dgm:pt modelId="{CC262A0F-A954-4FEE-B320-A5CD5D53C2B5}" type="parTrans" cxnId="{F49F9E61-6296-4960-973D-860F7F94906D}">
      <dgm:prSet/>
      <dgm:spPr/>
      <dgm:t>
        <a:bodyPr/>
        <a:lstStyle/>
        <a:p>
          <a:endParaRPr lang="en-US"/>
        </a:p>
      </dgm:t>
    </dgm:pt>
    <dgm:pt modelId="{27D98169-9108-4209-B145-C3691467259E}" type="sibTrans" cxnId="{F49F9E61-6296-4960-973D-860F7F94906D}">
      <dgm:prSet/>
      <dgm:spPr/>
      <dgm:t>
        <a:bodyPr/>
        <a:lstStyle/>
        <a:p>
          <a:endParaRPr lang="en-US"/>
        </a:p>
      </dgm:t>
    </dgm:pt>
    <dgm:pt modelId="{4A2E9CF8-C89E-489F-A882-9D7F87829200}">
      <dgm:prSet/>
      <dgm:spPr/>
      <dgm:t>
        <a:bodyPr/>
        <a:lstStyle/>
        <a:p>
          <a:r>
            <a:rPr lang="en-US"/>
            <a:t>Cobertura: aerolíneas USA</a:t>
          </a:r>
        </a:p>
      </dgm:t>
    </dgm:pt>
    <dgm:pt modelId="{8353ACFC-CEE0-4B62-850C-BD38865D5A4E}" type="parTrans" cxnId="{369D84E3-162C-4E5E-9413-8A5FD6D19D2B}">
      <dgm:prSet/>
      <dgm:spPr/>
      <dgm:t>
        <a:bodyPr/>
        <a:lstStyle/>
        <a:p>
          <a:endParaRPr lang="en-US"/>
        </a:p>
      </dgm:t>
    </dgm:pt>
    <dgm:pt modelId="{77569153-02C7-4A22-BF78-9F9F2C92C9E8}" type="sibTrans" cxnId="{369D84E3-162C-4E5E-9413-8A5FD6D19D2B}">
      <dgm:prSet/>
      <dgm:spPr/>
      <dgm:t>
        <a:bodyPr/>
        <a:lstStyle/>
        <a:p>
          <a:endParaRPr lang="en-US"/>
        </a:p>
      </dgm:t>
    </dgm:pt>
    <dgm:pt modelId="{D51943DA-8C5D-4FD3-A5B2-D75043E19035}" type="pres">
      <dgm:prSet presAssocID="{48F70BEF-B802-4D9A-883E-16DF41155BA5}" presName="root" presStyleCnt="0">
        <dgm:presLayoutVars>
          <dgm:dir/>
          <dgm:resizeHandles val="exact"/>
        </dgm:presLayoutVars>
      </dgm:prSet>
      <dgm:spPr/>
    </dgm:pt>
    <dgm:pt modelId="{C22F529E-7880-4C83-9A54-97225C3FF42B}" type="pres">
      <dgm:prSet presAssocID="{7243A750-D3CC-4FA4-B0F8-A6CA5E3E9A64}" presName="compNode" presStyleCnt="0"/>
      <dgm:spPr/>
    </dgm:pt>
    <dgm:pt modelId="{1905FBDD-0713-4F87-B0C3-BDB0AA454B18}" type="pres">
      <dgm:prSet presAssocID="{7243A750-D3CC-4FA4-B0F8-A6CA5E3E9A6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630549BB-A9F2-4049-BA91-A2020058ADC4}" type="pres">
      <dgm:prSet presAssocID="{7243A750-D3CC-4FA4-B0F8-A6CA5E3E9A64}" presName="spaceRect" presStyleCnt="0"/>
      <dgm:spPr/>
    </dgm:pt>
    <dgm:pt modelId="{D34BA9CB-3822-4DBF-AA81-F1D1A697BA2C}" type="pres">
      <dgm:prSet presAssocID="{7243A750-D3CC-4FA4-B0F8-A6CA5E3E9A64}" presName="textRect" presStyleLbl="revTx" presStyleIdx="0" presStyleCnt="4">
        <dgm:presLayoutVars>
          <dgm:chMax val="1"/>
          <dgm:chPref val="1"/>
        </dgm:presLayoutVars>
      </dgm:prSet>
      <dgm:spPr/>
    </dgm:pt>
    <dgm:pt modelId="{3D1E100E-8436-4F15-BF7C-7BB6BED7BAEB}" type="pres">
      <dgm:prSet presAssocID="{88759775-71CE-49B0-83AA-7C4265D740CB}" presName="sibTrans" presStyleCnt="0"/>
      <dgm:spPr/>
    </dgm:pt>
    <dgm:pt modelId="{8AA45C02-FF68-4D03-A5C4-27C555801880}" type="pres">
      <dgm:prSet presAssocID="{7E3431CE-2E7D-4ADF-BA01-0C6FEC805187}" presName="compNode" presStyleCnt="0"/>
      <dgm:spPr/>
    </dgm:pt>
    <dgm:pt modelId="{33284628-CB3A-4300-9A6C-195F88D3E25F}" type="pres">
      <dgm:prSet presAssocID="{7E3431CE-2E7D-4ADF-BA01-0C6FEC80518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1D6DB2F6-382F-44F7-9B43-DA712036C7D2}" type="pres">
      <dgm:prSet presAssocID="{7E3431CE-2E7D-4ADF-BA01-0C6FEC805187}" presName="spaceRect" presStyleCnt="0"/>
      <dgm:spPr/>
    </dgm:pt>
    <dgm:pt modelId="{AC38A217-65A3-4032-8ED5-4CAB6B975B86}" type="pres">
      <dgm:prSet presAssocID="{7E3431CE-2E7D-4ADF-BA01-0C6FEC805187}" presName="textRect" presStyleLbl="revTx" presStyleIdx="1" presStyleCnt="4">
        <dgm:presLayoutVars>
          <dgm:chMax val="1"/>
          <dgm:chPref val="1"/>
        </dgm:presLayoutVars>
      </dgm:prSet>
      <dgm:spPr/>
    </dgm:pt>
    <dgm:pt modelId="{16C0AE65-91C3-4A6F-AE8A-062645F5B7EB}" type="pres">
      <dgm:prSet presAssocID="{D1B597A9-5C17-4241-9640-F3BF106D874A}" presName="sibTrans" presStyleCnt="0"/>
      <dgm:spPr/>
    </dgm:pt>
    <dgm:pt modelId="{33275A1A-0423-4D50-BC9D-C274AC3049D5}" type="pres">
      <dgm:prSet presAssocID="{5199ECA4-1A1F-4C30-83B4-AA5A963BDCED}" presName="compNode" presStyleCnt="0"/>
      <dgm:spPr/>
    </dgm:pt>
    <dgm:pt modelId="{1A6B6223-8D16-48A1-89F8-5FDA6CA90DB8}" type="pres">
      <dgm:prSet presAssocID="{5199ECA4-1A1F-4C30-83B4-AA5A963BDCE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tera"/>
        </a:ext>
      </dgm:extLst>
    </dgm:pt>
    <dgm:pt modelId="{335D705D-0D97-4BDD-B33C-B5D22D8DC9B3}" type="pres">
      <dgm:prSet presAssocID="{5199ECA4-1A1F-4C30-83B4-AA5A963BDCED}" presName="spaceRect" presStyleCnt="0"/>
      <dgm:spPr/>
    </dgm:pt>
    <dgm:pt modelId="{05E0469A-E59D-4AC0-8631-67511816B2CA}" type="pres">
      <dgm:prSet presAssocID="{5199ECA4-1A1F-4C30-83B4-AA5A963BDCED}" presName="textRect" presStyleLbl="revTx" presStyleIdx="2" presStyleCnt="4">
        <dgm:presLayoutVars>
          <dgm:chMax val="1"/>
          <dgm:chPref val="1"/>
        </dgm:presLayoutVars>
      </dgm:prSet>
      <dgm:spPr/>
    </dgm:pt>
    <dgm:pt modelId="{C12F24F8-D2F5-48F5-BFE7-992C83B99E53}" type="pres">
      <dgm:prSet presAssocID="{27D98169-9108-4209-B145-C3691467259E}" presName="sibTrans" presStyleCnt="0"/>
      <dgm:spPr/>
    </dgm:pt>
    <dgm:pt modelId="{F5B33C65-5809-41A6-B838-6B3F27995759}" type="pres">
      <dgm:prSet presAssocID="{4A2E9CF8-C89E-489F-A882-9D7F87829200}" presName="compNode" presStyleCnt="0"/>
      <dgm:spPr/>
    </dgm:pt>
    <dgm:pt modelId="{DAAEAFC8-8094-4E8C-B645-5D04AA31C8C0}" type="pres">
      <dgm:prSet presAssocID="{4A2E9CF8-C89E-489F-A882-9D7F8782920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o"/>
        </a:ext>
      </dgm:extLst>
    </dgm:pt>
    <dgm:pt modelId="{2017883B-08FD-4AD7-93CB-CEC4C5EB3F1A}" type="pres">
      <dgm:prSet presAssocID="{4A2E9CF8-C89E-489F-A882-9D7F87829200}" presName="spaceRect" presStyleCnt="0"/>
      <dgm:spPr/>
    </dgm:pt>
    <dgm:pt modelId="{568ECF09-E395-4843-A63C-93AF8255CF9C}" type="pres">
      <dgm:prSet presAssocID="{4A2E9CF8-C89E-489F-A882-9D7F8782920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71F8310-ADE2-4E63-9F92-555857D00BC5}" type="presOf" srcId="{5199ECA4-1A1F-4C30-83B4-AA5A963BDCED}" destId="{05E0469A-E59D-4AC0-8631-67511816B2CA}" srcOrd="0" destOrd="0" presId="urn:microsoft.com/office/officeart/2018/2/layout/IconLabelList"/>
    <dgm:cxn modelId="{F49F9E61-6296-4960-973D-860F7F94906D}" srcId="{48F70BEF-B802-4D9A-883E-16DF41155BA5}" destId="{5199ECA4-1A1F-4C30-83B4-AA5A963BDCED}" srcOrd="2" destOrd="0" parTransId="{CC262A0F-A954-4FEE-B320-A5CD5D53C2B5}" sibTransId="{27D98169-9108-4209-B145-C3691467259E}"/>
    <dgm:cxn modelId="{7BC9C244-1909-4C64-BE09-1324729652C8}" type="presOf" srcId="{7E3431CE-2E7D-4ADF-BA01-0C6FEC805187}" destId="{AC38A217-65A3-4032-8ED5-4CAB6B975B86}" srcOrd="0" destOrd="0" presId="urn:microsoft.com/office/officeart/2018/2/layout/IconLabelList"/>
    <dgm:cxn modelId="{B99B3F7F-33EA-4133-BCD2-DF7E9E9ED93E}" type="presOf" srcId="{48F70BEF-B802-4D9A-883E-16DF41155BA5}" destId="{D51943DA-8C5D-4FD3-A5B2-D75043E19035}" srcOrd="0" destOrd="0" presId="urn:microsoft.com/office/officeart/2018/2/layout/IconLabelList"/>
    <dgm:cxn modelId="{C8CE5E85-9DCF-4F23-A3F6-8B2A9ABDDEA2}" type="presOf" srcId="{4A2E9CF8-C89E-489F-A882-9D7F87829200}" destId="{568ECF09-E395-4843-A63C-93AF8255CF9C}" srcOrd="0" destOrd="0" presId="urn:microsoft.com/office/officeart/2018/2/layout/IconLabelList"/>
    <dgm:cxn modelId="{0FBB9890-52D7-4324-A01A-C363DD76A2AF}" srcId="{48F70BEF-B802-4D9A-883E-16DF41155BA5}" destId="{7243A750-D3CC-4FA4-B0F8-A6CA5E3E9A64}" srcOrd="0" destOrd="0" parTransId="{2D13D22D-6280-404E-A0C3-55E087CB4712}" sibTransId="{88759775-71CE-49B0-83AA-7C4265D740CB}"/>
    <dgm:cxn modelId="{06B1B597-133C-4BBD-B7AA-114B5AB21FB2}" type="presOf" srcId="{7243A750-D3CC-4FA4-B0F8-A6CA5E3E9A64}" destId="{D34BA9CB-3822-4DBF-AA81-F1D1A697BA2C}" srcOrd="0" destOrd="0" presId="urn:microsoft.com/office/officeart/2018/2/layout/IconLabelList"/>
    <dgm:cxn modelId="{369D84E3-162C-4E5E-9413-8A5FD6D19D2B}" srcId="{48F70BEF-B802-4D9A-883E-16DF41155BA5}" destId="{4A2E9CF8-C89E-489F-A882-9D7F87829200}" srcOrd="3" destOrd="0" parTransId="{8353ACFC-CEE0-4B62-850C-BD38865D5A4E}" sibTransId="{77569153-02C7-4A22-BF78-9F9F2C92C9E8}"/>
    <dgm:cxn modelId="{F5F105E6-08FF-4DD4-82B6-4DB432C70169}" srcId="{48F70BEF-B802-4D9A-883E-16DF41155BA5}" destId="{7E3431CE-2E7D-4ADF-BA01-0C6FEC805187}" srcOrd="1" destOrd="0" parTransId="{72CF8856-C961-4298-A0CD-01A4C2C94F5E}" sibTransId="{D1B597A9-5C17-4241-9640-F3BF106D874A}"/>
    <dgm:cxn modelId="{8ADE5030-59DD-41DA-8841-C7564AF7EA73}" type="presParOf" srcId="{D51943DA-8C5D-4FD3-A5B2-D75043E19035}" destId="{C22F529E-7880-4C83-9A54-97225C3FF42B}" srcOrd="0" destOrd="0" presId="urn:microsoft.com/office/officeart/2018/2/layout/IconLabelList"/>
    <dgm:cxn modelId="{1391CEB7-1AB3-4930-B7E1-15A0BB7DFFB3}" type="presParOf" srcId="{C22F529E-7880-4C83-9A54-97225C3FF42B}" destId="{1905FBDD-0713-4F87-B0C3-BDB0AA454B18}" srcOrd="0" destOrd="0" presId="urn:microsoft.com/office/officeart/2018/2/layout/IconLabelList"/>
    <dgm:cxn modelId="{7BDDCE08-B70E-4610-9298-E256802C5559}" type="presParOf" srcId="{C22F529E-7880-4C83-9A54-97225C3FF42B}" destId="{630549BB-A9F2-4049-BA91-A2020058ADC4}" srcOrd="1" destOrd="0" presId="urn:microsoft.com/office/officeart/2018/2/layout/IconLabelList"/>
    <dgm:cxn modelId="{08415E08-8D99-4AC6-B321-174F72039F38}" type="presParOf" srcId="{C22F529E-7880-4C83-9A54-97225C3FF42B}" destId="{D34BA9CB-3822-4DBF-AA81-F1D1A697BA2C}" srcOrd="2" destOrd="0" presId="urn:microsoft.com/office/officeart/2018/2/layout/IconLabelList"/>
    <dgm:cxn modelId="{A3EEEAB0-5A12-4572-B01E-B2B0D2926B69}" type="presParOf" srcId="{D51943DA-8C5D-4FD3-A5B2-D75043E19035}" destId="{3D1E100E-8436-4F15-BF7C-7BB6BED7BAEB}" srcOrd="1" destOrd="0" presId="urn:microsoft.com/office/officeart/2018/2/layout/IconLabelList"/>
    <dgm:cxn modelId="{5CACD933-C466-468A-9BF4-7A3A0C602086}" type="presParOf" srcId="{D51943DA-8C5D-4FD3-A5B2-D75043E19035}" destId="{8AA45C02-FF68-4D03-A5C4-27C555801880}" srcOrd="2" destOrd="0" presId="urn:microsoft.com/office/officeart/2018/2/layout/IconLabelList"/>
    <dgm:cxn modelId="{B0B3607F-281F-4915-BC7E-CC159FBDD3F3}" type="presParOf" srcId="{8AA45C02-FF68-4D03-A5C4-27C555801880}" destId="{33284628-CB3A-4300-9A6C-195F88D3E25F}" srcOrd="0" destOrd="0" presId="urn:microsoft.com/office/officeart/2018/2/layout/IconLabelList"/>
    <dgm:cxn modelId="{2483E11A-9827-45A2-BB63-75B6EA91035F}" type="presParOf" srcId="{8AA45C02-FF68-4D03-A5C4-27C555801880}" destId="{1D6DB2F6-382F-44F7-9B43-DA712036C7D2}" srcOrd="1" destOrd="0" presId="urn:microsoft.com/office/officeart/2018/2/layout/IconLabelList"/>
    <dgm:cxn modelId="{303F14F9-5D93-4EF7-87F6-C365743A5C33}" type="presParOf" srcId="{8AA45C02-FF68-4D03-A5C4-27C555801880}" destId="{AC38A217-65A3-4032-8ED5-4CAB6B975B86}" srcOrd="2" destOrd="0" presId="urn:microsoft.com/office/officeart/2018/2/layout/IconLabelList"/>
    <dgm:cxn modelId="{CE8DFAEA-2FF3-4928-8644-7C774CC7A7EB}" type="presParOf" srcId="{D51943DA-8C5D-4FD3-A5B2-D75043E19035}" destId="{16C0AE65-91C3-4A6F-AE8A-062645F5B7EB}" srcOrd="3" destOrd="0" presId="urn:microsoft.com/office/officeart/2018/2/layout/IconLabelList"/>
    <dgm:cxn modelId="{E16D31F7-0FF9-45A4-94C6-5CFF1D2B07DB}" type="presParOf" srcId="{D51943DA-8C5D-4FD3-A5B2-D75043E19035}" destId="{33275A1A-0423-4D50-BC9D-C274AC3049D5}" srcOrd="4" destOrd="0" presId="urn:microsoft.com/office/officeart/2018/2/layout/IconLabelList"/>
    <dgm:cxn modelId="{B2A7A732-B35C-4714-9609-CA079A043519}" type="presParOf" srcId="{33275A1A-0423-4D50-BC9D-C274AC3049D5}" destId="{1A6B6223-8D16-48A1-89F8-5FDA6CA90DB8}" srcOrd="0" destOrd="0" presId="urn:microsoft.com/office/officeart/2018/2/layout/IconLabelList"/>
    <dgm:cxn modelId="{55C125A5-A3F7-43EC-A030-B19974AD5992}" type="presParOf" srcId="{33275A1A-0423-4D50-BC9D-C274AC3049D5}" destId="{335D705D-0D97-4BDD-B33C-B5D22D8DC9B3}" srcOrd="1" destOrd="0" presId="urn:microsoft.com/office/officeart/2018/2/layout/IconLabelList"/>
    <dgm:cxn modelId="{9954B2B9-8E23-4128-B9B7-D184EDCD81CA}" type="presParOf" srcId="{33275A1A-0423-4D50-BC9D-C274AC3049D5}" destId="{05E0469A-E59D-4AC0-8631-67511816B2CA}" srcOrd="2" destOrd="0" presId="urn:microsoft.com/office/officeart/2018/2/layout/IconLabelList"/>
    <dgm:cxn modelId="{C16A4A8A-DB98-4828-BBAB-885B39048F88}" type="presParOf" srcId="{D51943DA-8C5D-4FD3-A5B2-D75043E19035}" destId="{C12F24F8-D2F5-48F5-BFE7-992C83B99E53}" srcOrd="5" destOrd="0" presId="urn:microsoft.com/office/officeart/2018/2/layout/IconLabelList"/>
    <dgm:cxn modelId="{5C8F31AC-67E4-4D4E-B7D2-69456F5AE65A}" type="presParOf" srcId="{D51943DA-8C5D-4FD3-A5B2-D75043E19035}" destId="{F5B33C65-5809-41A6-B838-6B3F27995759}" srcOrd="6" destOrd="0" presId="urn:microsoft.com/office/officeart/2018/2/layout/IconLabelList"/>
    <dgm:cxn modelId="{30E81333-FA20-45A9-B4D2-0CC7D1CE82B7}" type="presParOf" srcId="{F5B33C65-5809-41A6-B838-6B3F27995759}" destId="{DAAEAFC8-8094-4E8C-B645-5D04AA31C8C0}" srcOrd="0" destOrd="0" presId="urn:microsoft.com/office/officeart/2018/2/layout/IconLabelList"/>
    <dgm:cxn modelId="{F6BAFB15-673A-4F58-8C70-A52EB33709CF}" type="presParOf" srcId="{F5B33C65-5809-41A6-B838-6B3F27995759}" destId="{2017883B-08FD-4AD7-93CB-CEC4C5EB3F1A}" srcOrd="1" destOrd="0" presId="urn:microsoft.com/office/officeart/2018/2/layout/IconLabelList"/>
    <dgm:cxn modelId="{84D16627-559D-4A96-8362-FC38E6ACB7E6}" type="presParOf" srcId="{F5B33C65-5809-41A6-B838-6B3F27995759}" destId="{568ECF09-E395-4843-A63C-93AF8255CF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F7FDEE-2ECC-48D2-AAF3-127CCDEE9AB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25B00E-7B09-4D5A-941D-BBC6BAD4B4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Datos 2019-2023 (sesgo pandemia)</a:t>
          </a:r>
        </a:p>
      </dgm:t>
    </dgm:pt>
    <dgm:pt modelId="{26D5F9CA-75E5-45A4-9F53-D7E3B646E293}" type="parTrans" cxnId="{98F69709-0BD2-4FDF-8F09-BB069B60AA3A}">
      <dgm:prSet/>
      <dgm:spPr/>
      <dgm:t>
        <a:bodyPr/>
        <a:lstStyle/>
        <a:p>
          <a:endParaRPr lang="en-US"/>
        </a:p>
      </dgm:t>
    </dgm:pt>
    <dgm:pt modelId="{713D7748-18E5-4360-8A8B-AC5B45CAD86D}" type="sibTrans" cxnId="{98F69709-0BD2-4FDF-8F09-BB069B60AA3A}">
      <dgm:prSet/>
      <dgm:spPr/>
      <dgm:t>
        <a:bodyPr/>
        <a:lstStyle/>
        <a:p>
          <a:endParaRPr lang="en-US"/>
        </a:p>
      </dgm:t>
    </dgm:pt>
    <dgm:pt modelId="{5FA75086-822C-4E2B-9970-4235C79D14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Recall limitado</a:t>
          </a:r>
        </a:p>
      </dgm:t>
    </dgm:pt>
    <dgm:pt modelId="{3829D1D2-66D8-4570-9C48-86682BA7C119}" type="parTrans" cxnId="{4495485C-8013-4AD2-93E9-CF9DDF42FDF2}">
      <dgm:prSet/>
      <dgm:spPr/>
      <dgm:t>
        <a:bodyPr/>
        <a:lstStyle/>
        <a:p>
          <a:endParaRPr lang="en-US"/>
        </a:p>
      </dgm:t>
    </dgm:pt>
    <dgm:pt modelId="{42F5202B-B594-48FE-8F06-68611198AF1A}" type="sibTrans" cxnId="{4495485C-8013-4AD2-93E9-CF9DDF42FDF2}">
      <dgm:prSet/>
      <dgm:spPr/>
      <dgm:t>
        <a:bodyPr/>
        <a:lstStyle/>
        <a:p>
          <a:endParaRPr lang="en-US"/>
        </a:p>
      </dgm:t>
    </dgm:pt>
    <dgm:pt modelId="{2FB6C455-21A1-425D-BD39-6A18930D5C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Dependencia de datos en tiempo real</a:t>
          </a:r>
        </a:p>
      </dgm:t>
    </dgm:pt>
    <dgm:pt modelId="{3CBE95EE-9743-433A-B6E3-846CDBD8250C}" type="parTrans" cxnId="{2D9F47E4-1AFA-400B-BBD5-E240518A0E3E}">
      <dgm:prSet/>
      <dgm:spPr/>
      <dgm:t>
        <a:bodyPr/>
        <a:lstStyle/>
        <a:p>
          <a:endParaRPr lang="en-US"/>
        </a:p>
      </dgm:t>
    </dgm:pt>
    <dgm:pt modelId="{D8226AA3-BD91-4423-827A-E12FB0E038DA}" type="sibTrans" cxnId="{2D9F47E4-1AFA-400B-BBD5-E240518A0E3E}">
      <dgm:prSet/>
      <dgm:spPr/>
      <dgm:t>
        <a:bodyPr/>
        <a:lstStyle/>
        <a:p>
          <a:endParaRPr lang="en-US"/>
        </a:p>
      </dgm:t>
    </dgm:pt>
    <dgm:pt modelId="{2633BC1D-1FC0-4593-8E12-F23F596367F6}" type="pres">
      <dgm:prSet presAssocID="{42F7FDEE-2ECC-48D2-AAF3-127CCDEE9AB0}" presName="root" presStyleCnt="0">
        <dgm:presLayoutVars>
          <dgm:dir/>
          <dgm:resizeHandles val="exact"/>
        </dgm:presLayoutVars>
      </dgm:prSet>
      <dgm:spPr/>
    </dgm:pt>
    <dgm:pt modelId="{1B145A1B-55C1-4A93-8118-7F5C3D21EA3E}" type="pres">
      <dgm:prSet presAssocID="{DF25B00E-7B09-4D5A-941D-BBC6BAD4B431}" presName="compNode" presStyleCnt="0"/>
      <dgm:spPr/>
    </dgm:pt>
    <dgm:pt modelId="{28BEF7E2-C15A-4003-B3B1-E7C719512A88}" type="pres">
      <dgm:prSet presAssocID="{DF25B00E-7B09-4D5A-941D-BBC6BAD4B43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vestigación"/>
        </a:ext>
      </dgm:extLst>
    </dgm:pt>
    <dgm:pt modelId="{8B2B2BE0-D31D-4476-A740-506A28C0F7C4}" type="pres">
      <dgm:prSet presAssocID="{DF25B00E-7B09-4D5A-941D-BBC6BAD4B431}" presName="spaceRect" presStyleCnt="0"/>
      <dgm:spPr/>
    </dgm:pt>
    <dgm:pt modelId="{F3232CA3-DA4C-4A2C-885F-1012A3CF7230}" type="pres">
      <dgm:prSet presAssocID="{DF25B00E-7B09-4D5A-941D-BBC6BAD4B431}" presName="textRect" presStyleLbl="revTx" presStyleIdx="0" presStyleCnt="3">
        <dgm:presLayoutVars>
          <dgm:chMax val="1"/>
          <dgm:chPref val="1"/>
        </dgm:presLayoutVars>
      </dgm:prSet>
      <dgm:spPr/>
    </dgm:pt>
    <dgm:pt modelId="{4A9A1232-4E6E-4FA5-9DAC-1C357D7077BF}" type="pres">
      <dgm:prSet presAssocID="{713D7748-18E5-4360-8A8B-AC5B45CAD86D}" presName="sibTrans" presStyleCnt="0"/>
      <dgm:spPr/>
    </dgm:pt>
    <dgm:pt modelId="{67B9A0AB-C82F-4A8F-BC64-C595B873A6DC}" type="pres">
      <dgm:prSet presAssocID="{5FA75086-822C-4E2B-9970-4235C79D1476}" presName="compNode" presStyleCnt="0"/>
      <dgm:spPr/>
    </dgm:pt>
    <dgm:pt modelId="{08EE0F66-FB92-425F-BF36-0D5A6CA7FAD6}" type="pres">
      <dgm:prSet presAssocID="{5FA75086-822C-4E2B-9970-4235C79D147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1D9ABE4-F102-41A0-8088-524F8722E441}" type="pres">
      <dgm:prSet presAssocID="{5FA75086-822C-4E2B-9970-4235C79D1476}" presName="spaceRect" presStyleCnt="0"/>
      <dgm:spPr/>
    </dgm:pt>
    <dgm:pt modelId="{4CE0F137-61BA-4F77-A171-A7F828CF6C44}" type="pres">
      <dgm:prSet presAssocID="{5FA75086-822C-4E2B-9970-4235C79D1476}" presName="textRect" presStyleLbl="revTx" presStyleIdx="1" presStyleCnt="3">
        <dgm:presLayoutVars>
          <dgm:chMax val="1"/>
          <dgm:chPref val="1"/>
        </dgm:presLayoutVars>
      </dgm:prSet>
      <dgm:spPr/>
    </dgm:pt>
    <dgm:pt modelId="{B223218A-926A-47B5-B731-997BF97F2C1E}" type="pres">
      <dgm:prSet presAssocID="{42F5202B-B594-48FE-8F06-68611198AF1A}" presName="sibTrans" presStyleCnt="0"/>
      <dgm:spPr/>
    </dgm:pt>
    <dgm:pt modelId="{EE1E8F33-3F5F-4528-B078-78F0A90CB202}" type="pres">
      <dgm:prSet presAssocID="{2FB6C455-21A1-425D-BD39-6A18930D5C96}" presName="compNode" presStyleCnt="0"/>
      <dgm:spPr/>
    </dgm:pt>
    <dgm:pt modelId="{56CE5CCF-BD9E-4C7C-A89B-DEC18F3C9031}" type="pres">
      <dgm:prSet presAssocID="{2FB6C455-21A1-425D-BD39-6A18930D5C9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ube"/>
        </a:ext>
      </dgm:extLst>
    </dgm:pt>
    <dgm:pt modelId="{13AF4274-4E9B-4757-B313-6EECF530FDD9}" type="pres">
      <dgm:prSet presAssocID="{2FB6C455-21A1-425D-BD39-6A18930D5C96}" presName="spaceRect" presStyleCnt="0"/>
      <dgm:spPr/>
    </dgm:pt>
    <dgm:pt modelId="{D9CA0748-05EE-49B4-BCFE-101355BF8F4D}" type="pres">
      <dgm:prSet presAssocID="{2FB6C455-21A1-425D-BD39-6A18930D5C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8F69709-0BD2-4FDF-8F09-BB069B60AA3A}" srcId="{42F7FDEE-2ECC-48D2-AAF3-127CCDEE9AB0}" destId="{DF25B00E-7B09-4D5A-941D-BBC6BAD4B431}" srcOrd="0" destOrd="0" parTransId="{26D5F9CA-75E5-45A4-9F53-D7E3B646E293}" sibTransId="{713D7748-18E5-4360-8A8B-AC5B45CAD86D}"/>
    <dgm:cxn modelId="{2DEEED3B-49D7-4F7C-8FCC-2E65C79A4336}" type="presOf" srcId="{2FB6C455-21A1-425D-BD39-6A18930D5C96}" destId="{D9CA0748-05EE-49B4-BCFE-101355BF8F4D}" srcOrd="0" destOrd="0" presId="urn:microsoft.com/office/officeart/2018/2/layout/IconLabelList"/>
    <dgm:cxn modelId="{4495485C-8013-4AD2-93E9-CF9DDF42FDF2}" srcId="{42F7FDEE-2ECC-48D2-AAF3-127CCDEE9AB0}" destId="{5FA75086-822C-4E2B-9970-4235C79D1476}" srcOrd="1" destOrd="0" parTransId="{3829D1D2-66D8-4570-9C48-86682BA7C119}" sibTransId="{42F5202B-B594-48FE-8F06-68611198AF1A}"/>
    <dgm:cxn modelId="{DFA0EF81-6B72-40F2-8DDF-055514CB6436}" type="presOf" srcId="{42F7FDEE-2ECC-48D2-AAF3-127CCDEE9AB0}" destId="{2633BC1D-1FC0-4593-8E12-F23F596367F6}" srcOrd="0" destOrd="0" presId="urn:microsoft.com/office/officeart/2018/2/layout/IconLabelList"/>
    <dgm:cxn modelId="{8B11C88A-A769-4275-B595-F49498FE965F}" type="presOf" srcId="{5FA75086-822C-4E2B-9970-4235C79D1476}" destId="{4CE0F137-61BA-4F77-A171-A7F828CF6C44}" srcOrd="0" destOrd="0" presId="urn:microsoft.com/office/officeart/2018/2/layout/IconLabelList"/>
    <dgm:cxn modelId="{B88E64B0-2119-40B3-84DC-EBB5CC12A3C2}" type="presOf" srcId="{DF25B00E-7B09-4D5A-941D-BBC6BAD4B431}" destId="{F3232CA3-DA4C-4A2C-885F-1012A3CF7230}" srcOrd="0" destOrd="0" presId="urn:microsoft.com/office/officeart/2018/2/layout/IconLabelList"/>
    <dgm:cxn modelId="{2D9F47E4-1AFA-400B-BBD5-E240518A0E3E}" srcId="{42F7FDEE-2ECC-48D2-AAF3-127CCDEE9AB0}" destId="{2FB6C455-21A1-425D-BD39-6A18930D5C96}" srcOrd="2" destOrd="0" parTransId="{3CBE95EE-9743-433A-B6E3-846CDBD8250C}" sibTransId="{D8226AA3-BD91-4423-827A-E12FB0E038DA}"/>
    <dgm:cxn modelId="{0D31B930-2F40-414B-912F-10850C30BA64}" type="presParOf" srcId="{2633BC1D-1FC0-4593-8E12-F23F596367F6}" destId="{1B145A1B-55C1-4A93-8118-7F5C3D21EA3E}" srcOrd="0" destOrd="0" presId="urn:microsoft.com/office/officeart/2018/2/layout/IconLabelList"/>
    <dgm:cxn modelId="{4F9ED8DB-49E4-462D-A8BF-EE9101DB757B}" type="presParOf" srcId="{1B145A1B-55C1-4A93-8118-7F5C3D21EA3E}" destId="{28BEF7E2-C15A-4003-B3B1-E7C719512A88}" srcOrd="0" destOrd="0" presId="urn:microsoft.com/office/officeart/2018/2/layout/IconLabelList"/>
    <dgm:cxn modelId="{A60D1DD4-93D1-4ECA-B459-D369EAC4871E}" type="presParOf" srcId="{1B145A1B-55C1-4A93-8118-7F5C3D21EA3E}" destId="{8B2B2BE0-D31D-4476-A740-506A28C0F7C4}" srcOrd="1" destOrd="0" presId="urn:microsoft.com/office/officeart/2018/2/layout/IconLabelList"/>
    <dgm:cxn modelId="{E2DC6757-B01D-45D0-A9A5-6FFF8C748FF2}" type="presParOf" srcId="{1B145A1B-55C1-4A93-8118-7F5C3D21EA3E}" destId="{F3232CA3-DA4C-4A2C-885F-1012A3CF7230}" srcOrd="2" destOrd="0" presId="urn:microsoft.com/office/officeart/2018/2/layout/IconLabelList"/>
    <dgm:cxn modelId="{D6C49626-4A15-48CB-BB68-A95E705CF92D}" type="presParOf" srcId="{2633BC1D-1FC0-4593-8E12-F23F596367F6}" destId="{4A9A1232-4E6E-4FA5-9DAC-1C357D7077BF}" srcOrd="1" destOrd="0" presId="urn:microsoft.com/office/officeart/2018/2/layout/IconLabelList"/>
    <dgm:cxn modelId="{B1766BAC-849E-4064-8412-CE9C107C029D}" type="presParOf" srcId="{2633BC1D-1FC0-4593-8E12-F23F596367F6}" destId="{67B9A0AB-C82F-4A8F-BC64-C595B873A6DC}" srcOrd="2" destOrd="0" presId="urn:microsoft.com/office/officeart/2018/2/layout/IconLabelList"/>
    <dgm:cxn modelId="{F8F65D8C-DF4D-4F0F-825B-5E0593D5C509}" type="presParOf" srcId="{67B9A0AB-C82F-4A8F-BC64-C595B873A6DC}" destId="{08EE0F66-FB92-425F-BF36-0D5A6CA7FAD6}" srcOrd="0" destOrd="0" presId="urn:microsoft.com/office/officeart/2018/2/layout/IconLabelList"/>
    <dgm:cxn modelId="{EB2025EF-ED07-4A0A-8E22-67E08C8DFE8D}" type="presParOf" srcId="{67B9A0AB-C82F-4A8F-BC64-C595B873A6DC}" destId="{21D9ABE4-F102-41A0-8088-524F8722E441}" srcOrd="1" destOrd="0" presId="urn:microsoft.com/office/officeart/2018/2/layout/IconLabelList"/>
    <dgm:cxn modelId="{2A22F223-A564-40EF-81A1-71208DED0EED}" type="presParOf" srcId="{67B9A0AB-C82F-4A8F-BC64-C595B873A6DC}" destId="{4CE0F137-61BA-4F77-A171-A7F828CF6C44}" srcOrd="2" destOrd="0" presId="urn:microsoft.com/office/officeart/2018/2/layout/IconLabelList"/>
    <dgm:cxn modelId="{883114CA-BF71-41AB-B54F-9F08CAA7170B}" type="presParOf" srcId="{2633BC1D-1FC0-4593-8E12-F23F596367F6}" destId="{B223218A-926A-47B5-B731-997BF97F2C1E}" srcOrd="3" destOrd="0" presId="urn:microsoft.com/office/officeart/2018/2/layout/IconLabelList"/>
    <dgm:cxn modelId="{7B3E46BA-0FB2-413F-BCA7-B1035BE905A6}" type="presParOf" srcId="{2633BC1D-1FC0-4593-8E12-F23F596367F6}" destId="{EE1E8F33-3F5F-4528-B078-78F0A90CB202}" srcOrd="4" destOrd="0" presId="urn:microsoft.com/office/officeart/2018/2/layout/IconLabelList"/>
    <dgm:cxn modelId="{1674AC8E-7C4E-4807-9C53-2A865466FFE3}" type="presParOf" srcId="{EE1E8F33-3F5F-4528-B078-78F0A90CB202}" destId="{56CE5CCF-BD9E-4C7C-A89B-DEC18F3C9031}" srcOrd="0" destOrd="0" presId="urn:microsoft.com/office/officeart/2018/2/layout/IconLabelList"/>
    <dgm:cxn modelId="{55B8A76E-D93E-4790-AD14-D413C8FC238A}" type="presParOf" srcId="{EE1E8F33-3F5F-4528-B078-78F0A90CB202}" destId="{13AF4274-4E9B-4757-B313-6EECF530FDD9}" srcOrd="1" destOrd="0" presId="urn:microsoft.com/office/officeart/2018/2/layout/IconLabelList"/>
    <dgm:cxn modelId="{4AD74025-07F9-4397-9416-B5220BDD40B8}" type="presParOf" srcId="{EE1E8F33-3F5F-4528-B078-78F0A90CB202}" destId="{D9CA0748-05EE-49B4-BCFE-101355BF8F4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D65C64-610C-4EC7-A52F-B5F5C277E0A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397891-2CE3-403C-BF9D-BC862911079E}">
      <dgm:prSet/>
      <dgm:spPr/>
      <dgm:t>
        <a:bodyPr/>
        <a:lstStyle/>
        <a:p>
          <a:r>
            <a:rPr lang="en-US"/>
            <a:t>Costo por uso del endpoint</a:t>
          </a:r>
        </a:p>
      </dgm:t>
    </dgm:pt>
    <dgm:pt modelId="{0E603202-C2A1-41A1-9311-0A5A166019FC}" type="parTrans" cxnId="{5537D1BF-B661-42A6-BD86-D578899118B1}">
      <dgm:prSet/>
      <dgm:spPr/>
      <dgm:t>
        <a:bodyPr/>
        <a:lstStyle/>
        <a:p>
          <a:endParaRPr lang="en-US"/>
        </a:p>
      </dgm:t>
    </dgm:pt>
    <dgm:pt modelId="{42E6F75A-00A4-4DDD-9B5B-317AD52CE49F}" type="sibTrans" cxnId="{5537D1BF-B661-42A6-BD86-D578899118B1}">
      <dgm:prSet/>
      <dgm:spPr/>
      <dgm:t>
        <a:bodyPr/>
        <a:lstStyle/>
        <a:p>
          <a:endParaRPr lang="en-US"/>
        </a:p>
      </dgm:t>
    </dgm:pt>
    <dgm:pt modelId="{516B37BD-9B75-45F2-886C-E3EFFB836B54}">
      <dgm:prSet/>
      <dgm:spPr/>
      <dgm:t>
        <a:bodyPr/>
        <a:lstStyle/>
        <a:p>
          <a:r>
            <a:rPr lang="en-US"/>
            <a:t>Sin redundancia en expo</a:t>
          </a:r>
        </a:p>
      </dgm:t>
    </dgm:pt>
    <dgm:pt modelId="{60B1D496-DB0D-4F1A-901B-E614F0817E8B}" type="parTrans" cxnId="{EFA12D14-C2FC-4CC7-8E67-5E6E1F2FA81F}">
      <dgm:prSet/>
      <dgm:spPr/>
      <dgm:t>
        <a:bodyPr/>
        <a:lstStyle/>
        <a:p>
          <a:endParaRPr lang="en-US"/>
        </a:p>
      </dgm:t>
    </dgm:pt>
    <dgm:pt modelId="{73DDE33D-DA72-4FAE-881A-244A5138747E}" type="sibTrans" cxnId="{EFA12D14-C2FC-4CC7-8E67-5E6E1F2FA81F}">
      <dgm:prSet/>
      <dgm:spPr/>
      <dgm:t>
        <a:bodyPr/>
        <a:lstStyle/>
        <a:p>
          <a:endParaRPr lang="en-US"/>
        </a:p>
      </dgm:t>
    </dgm:pt>
    <dgm:pt modelId="{F3691C8C-A399-49F8-A6DB-FEE06C4F48DB}" type="pres">
      <dgm:prSet presAssocID="{BDD65C64-610C-4EC7-A52F-B5F5C277E0A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0FA9A87-F288-4F63-8347-6B03834B3477}" type="pres">
      <dgm:prSet presAssocID="{AD397891-2CE3-403C-BF9D-BC862911079E}" presName="hierRoot1" presStyleCnt="0"/>
      <dgm:spPr/>
    </dgm:pt>
    <dgm:pt modelId="{FC0B5C9F-93F5-47DC-A87C-032AD9EF3AB8}" type="pres">
      <dgm:prSet presAssocID="{AD397891-2CE3-403C-BF9D-BC862911079E}" presName="composite" presStyleCnt="0"/>
      <dgm:spPr/>
    </dgm:pt>
    <dgm:pt modelId="{1E47F6CF-9B01-4777-BC94-1CA598055C21}" type="pres">
      <dgm:prSet presAssocID="{AD397891-2CE3-403C-BF9D-BC862911079E}" presName="background" presStyleLbl="node0" presStyleIdx="0" presStyleCnt="2"/>
      <dgm:spPr/>
    </dgm:pt>
    <dgm:pt modelId="{4FE38816-CFEE-4F20-AEA6-F9F4811DC750}" type="pres">
      <dgm:prSet presAssocID="{AD397891-2CE3-403C-BF9D-BC862911079E}" presName="text" presStyleLbl="fgAcc0" presStyleIdx="0" presStyleCnt="2">
        <dgm:presLayoutVars>
          <dgm:chPref val="3"/>
        </dgm:presLayoutVars>
      </dgm:prSet>
      <dgm:spPr/>
    </dgm:pt>
    <dgm:pt modelId="{C6F8131C-453B-431B-B925-972F0D39CFA7}" type="pres">
      <dgm:prSet presAssocID="{AD397891-2CE3-403C-BF9D-BC862911079E}" presName="hierChild2" presStyleCnt="0"/>
      <dgm:spPr/>
    </dgm:pt>
    <dgm:pt modelId="{708A9D87-1E74-4BA1-A979-3289E5FF6AE8}" type="pres">
      <dgm:prSet presAssocID="{516B37BD-9B75-45F2-886C-E3EFFB836B54}" presName="hierRoot1" presStyleCnt="0"/>
      <dgm:spPr/>
    </dgm:pt>
    <dgm:pt modelId="{1292D6C7-FF30-43F2-801F-83E352254C13}" type="pres">
      <dgm:prSet presAssocID="{516B37BD-9B75-45F2-886C-E3EFFB836B54}" presName="composite" presStyleCnt="0"/>
      <dgm:spPr/>
    </dgm:pt>
    <dgm:pt modelId="{9754724D-FBF0-49F6-8B91-C066AFC0C645}" type="pres">
      <dgm:prSet presAssocID="{516B37BD-9B75-45F2-886C-E3EFFB836B54}" presName="background" presStyleLbl="node0" presStyleIdx="1" presStyleCnt="2"/>
      <dgm:spPr/>
    </dgm:pt>
    <dgm:pt modelId="{82B2EE86-9E4B-44E7-90D3-7E09430490D0}" type="pres">
      <dgm:prSet presAssocID="{516B37BD-9B75-45F2-886C-E3EFFB836B54}" presName="text" presStyleLbl="fgAcc0" presStyleIdx="1" presStyleCnt="2">
        <dgm:presLayoutVars>
          <dgm:chPref val="3"/>
        </dgm:presLayoutVars>
      </dgm:prSet>
      <dgm:spPr/>
    </dgm:pt>
    <dgm:pt modelId="{8076C3CA-94C0-4C4A-950C-5E8814DE6901}" type="pres">
      <dgm:prSet presAssocID="{516B37BD-9B75-45F2-886C-E3EFFB836B54}" presName="hierChild2" presStyleCnt="0"/>
      <dgm:spPr/>
    </dgm:pt>
  </dgm:ptLst>
  <dgm:cxnLst>
    <dgm:cxn modelId="{DAAE040B-D408-4607-90F3-87ED93C168A8}" type="presOf" srcId="{AD397891-2CE3-403C-BF9D-BC862911079E}" destId="{4FE38816-CFEE-4F20-AEA6-F9F4811DC750}" srcOrd="0" destOrd="0" presId="urn:microsoft.com/office/officeart/2005/8/layout/hierarchy1"/>
    <dgm:cxn modelId="{EFA12D14-C2FC-4CC7-8E67-5E6E1F2FA81F}" srcId="{BDD65C64-610C-4EC7-A52F-B5F5C277E0AC}" destId="{516B37BD-9B75-45F2-886C-E3EFFB836B54}" srcOrd="1" destOrd="0" parTransId="{60B1D496-DB0D-4F1A-901B-E614F0817E8B}" sibTransId="{73DDE33D-DA72-4FAE-881A-244A5138747E}"/>
    <dgm:cxn modelId="{9D74EF23-A6C0-4211-AF98-6CEE22DD1326}" type="presOf" srcId="{516B37BD-9B75-45F2-886C-E3EFFB836B54}" destId="{82B2EE86-9E4B-44E7-90D3-7E09430490D0}" srcOrd="0" destOrd="0" presId="urn:microsoft.com/office/officeart/2005/8/layout/hierarchy1"/>
    <dgm:cxn modelId="{22086032-B488-4158-BEB9-809BF5C3C8D5}" type="presOf" srcId="{BDD65C64-610C-4EC7-A52F-B5F5C277E0AC}" destId="{F3691C8C-A399-49F8-A6DB-FEE06C4F48DB}" srcOrd="0" destOrd="0" presId="urn:microsoft.com/office/officeart/2005/8/layout/hierarchy1"/>
    <dgm:cxn modelId="{5537D1BF-B661-42A6-BD86-D578899118B1}" srcId="{BDD65C64-610C-4EC7-A52F-B5F5C277E0AC}" destId="{AD397891-2CE3-403C-BF9D-BC862911079E}" srcOrd="0" destOrd="0" parTransId="{0E603202-C2A1-41A1-9311-0A5A166019FC}" sibTransId="{42E6F75A-00A4-4DDD-9B5B-317AD52CE49F}"/>
    <dgm:cxn modelId="{77824440-B108-4A02-AF73-FB7A9B411AED}" type="presParOf" srcId="{F3691C8C-A399-49F8-A6DB-FEE06C4F48DB}" destId="{B0FA9A87-F288-4F63-8347-6B03834B3477}" srcOrd="0" destOrd="0" presId="urn:microsoft.com/office/officeart/2005/8/layout/hierarchy1"/>
    <dgm:cxn modelId="{53EE80D6-1D76-4A4D-8EF3-C49CA47194AC}" type="presParOf" srcId="{B0FA9A87-F288-4F63-8347-6B03834B3477}" destId="{FC0B5C9F-93F5-47DC-A87C-032AD9EF3AB8}" srcOrd="0" destOrd="0" presId="urn:microsoft.com/office/officeart/2005/8/layout/hierarchy1"/>
    <dgm:cxn modelId="{0FF2FD80-7C6F-4D9F-95FF-E88D9939975A}" type="presParOf" srcId="{FC0B5C9F-93F5-47DC-A87C-032AD9EF3AB8}" destId="{1E47F6CF-9B01-4777-BC94-1CA598055C21}" srcOrd="0" destOrd="0" presId="urn:microsoft.com/office/officeart/2005/8/layout/hierarchy1"/>
    <dgm:cxn modelId="{AE0546AE-7A6E-421A-B8AD-ADA6EF97B3BF}" type="presParOf" srcId="{FC0B5C9F-93F5-47DC-A87C-032AD9EF3AB8}" destId="{4FE38816-CFEE-4F20-AEA6-F9F4811DC750}" srcOrd="1" destOrd="0" presId="urn:microsoft.com/office/officeart/2005/8/layout/hierarchy1"/>
    <dgm:cxn modelId="{466F46C7-2882-4878-9B2B-046F4CF58E4C}" type="presParOf" srcId="{B0FA9A87-F288-4F63-8347-6B03834B3477}" destId="{C6F8131C-453B-431B-B925-972F0D39CFA7}" srcOrd="1" destOrd="0" presId="urn:microsoft.com/office/officeart/2005/8/layout/hierarchy1"/>
    <dgm:cxn modelId="{70C74886-4473-420C-8AE6-8EB55439DB53}" type="presParOf" srcId="{F3691C8C-A399-49F8-A6DB-FEE06C4F48DB}" destId="{708A9D87-1E74-4BA1-A979-3289E5FF6AE8}" srcOrd="1" destOrd="0" presId="urn:microsoft.com/office/officeart/2005/8/layout/hierarchy1"/>
    <dgm:cxn modelId="{B12A7108-B00B-4646-B8F8-3007F5297529}" type="presParOf" srcId="{708A9D87-1E74-4BA1-A979-3289E5FF6AE8}" destId="{1292D6C7-FF30-43F2-801F-83E352254C13}" srcOrd="0" destOrd="0" presId="urn:microsoft.com/office/officeart/2005/8/layout/hierarchy1"/>
    <dgm:cxn modelId="{FE1C6292-2451-4B8D-AA77-4F9267A2CF51}" type="presParOf" srcId="{1292D6C7-FF30-43F2-801F-83E352254C13}" destId="{9754724D-FBF0-49F6-8B91-C066AFC0C645}" srcOrd="0" destOrd="0" presId="urn:microsoft.com/office/officeart/2005/8/layout/hierarchy1"/>
    <dgm:cxn modelId="{797759C8-FB2E-476E-843D-8C1E65AD7DFE}" type="presParOf" srcId="{1292D6C7-FF30-43F2-801F-83E352254C13}" destId="{82B2EE86-9E4B-44E7-90D3-7E09430490D0}" srcOrd="1" destOrd="0" presId="urn:microsoft.com/office/officeart/2005/8/layout/hierarchy1"/>
    <dgm:cxn modelId="{360F9410-3D92-46F5-B17A-61949D8EF027}" type="presParOf" srcId="{708A9D87-1E74-4BA1-A979-3289E5FF6AE8}" destId="{8076C3CA-94C0-4C4A-950C-5E8814DE69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CE21BF-9A87-4BB0-929C-28842A4BEE0A}" type="doc">
      <dgm:prSet loTypeId="urn:microsoft.com/office/officeart/2005/8/layout/cycle1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054F303-EDE6-46D8-8492-2ED184CDD00C}">
      <dgm:prSet/>
      <dgm:spPr/>
      <dgm:t>
        <a:bodyPr/>
        <a:lstStyle/>
        <a:p>
          <a:r>
            <a:rPr lang="en-US"/>
            <a:t>Sin datos personales (BTS público)</a:t>
          </a:r>
        </a:p>
      </dgm:t>
    </dgm:pt>
    <dgm:pt modelId="{C94A194C-EF95-439A-82BC-41D52E45B978}" type="parTrans" cxnId="{A3F4F260-FC43-4598-ADB5-302167EB08D8}">
      <dgm:prSet/>
      <dgm:spPr/>
      <dgm:t>
        <a:bodyPr/>
        <a:lstStyle/>
        <a:p>
          <a:endParaRPr lang="en-US"/>
        </a:p>
      </dgm:t>
    </dgm:pt>
    <dgm:pt modelId="{50A36C6A-170E-4EF1-ADA8-605449739961}" type="sibTrans" cxnId="{A3F4F260-FC43-4598-ADB5-302167EB08D8}">
      <dgm:prSet/>
      <dgm:spPr/>
      <dgm:t>
        <a:bodyPr/>
        <a:lstStyle/>
        <a:p>
          <a:endParaRPr lang="en-US"/>
        </a:p>
      </dgm:t>
    </dgm:pt>
    <dgm:pt modelId="{72EE3ED4-19D3-4DFB-A7F5-A685A35CFF68}">
      <dgm:prSet/>
      <dgm:spPr/>
      <dgm:t>
        <a:bodyPr/>
        <a:lstStyle/>
        <a:p>
          <a:r>
            <a:rPr lang="en-US"/>
            <a:t>Modelo neutral</a:t>
          </a:r>
        </a:p>
      </dgm:t>
    </dgm:pt>
    <dgm:pt modelId="{9AA56A13-71CC-45C4-93F9-9843DB41B0EA}" type="parTrans" cxnId="{06BD9FAA-438A-4DEA-A096-C8C115726331}">
      <dgm:prSet/>
      <dgm:spPr/>
      <dgm:t>
        <a:bodyPr/>
        <a:lstStyle/>
        <a:p>
          <a:endParaRPr lang="en-US"/>
        </a:p>
      </dgm:t>
    </dgm:pt>
    <dgm:pt modelId="{C15E444A-0965-4114-A046-41C891275024}" type="sibTrans" cxnId="{06BD9FAA-438A-4DEA-A096-C8C115726331}">
      <dgm:prSet/>
      <dgm:spPr/>
      <dgm:t>
        <a:bodyPr/>
        <a:lstStyle/>
        <a:p>
          <a:endParaRPr lang="en-US"/>
        </a:p>
      </dgm:t>
    </dgm:pt>
    <dgm:pt modelId="{EA735328-BDCF-4852-80C3-BFAF5DB4EBF5}">
      <dgm:prSet/>
      <dgm:spPr/>
      <dgm:t>
        <a:bodyPr/>
        <a:lstStyle/>
        <a:p>
          <a:r>
            <a:rPr lang="en-US"/>
            <a:t>No usar para decisiones automáticas críticas</a:t>
          </a:r>
        </a:p>
      </dgm:t>
    </dgm:pt>
    <dgm:pt modelId="{A7926CCF-7AA1-4CED-8668-6E4ED60B7CA5}" type="parTrans" cxnId="{730259BB-2A5B-46AF-B947-CFB5654EA62F}">
      <dgm:prSet/>
      <dgm:spPr/>
      <dgm:t>
        <a:bodyPr/>
        <a:lstStyle/>
        <a:p>
          <a:endParaRPr lang="en-US"/>
        </a:p>
      </dgm:t>
    </dgm:pt>
    <dgm:pt modelId="{A7CFF6A2-DE30-48BC-B465-C514EA9C5A56}" type="sibTrans" cxnId="{730259BB-2A5B-46AF-B947-CFB5654EA62F}">
      <dgm:prSet/>
      <dgm:spPr/>
      <dgm:t>
        <a:bodyPr/>
        <a:lstStyle/>
        <a:p>
          <a:endParaRPr lang="en-US"/>
        </a:p>
      </dgm:t>
    </dgm:pt>
    <dgm:pt modelId="{C46D82AF-5840-41CB-841E-FD867EC85060}" type="pres">
      <dgm:prSet presAssocID="{CECE21BF-9A87-4BB0-929C-28842A4BEE0A}" presName="cycle" presStyleCnt="0">
        <dgm:presLayoutVars>
          <dgm:dir/>
          <dgm:resizeHandles val="exact"/>
        </dgm:presLayoutVars>
      </dgm:prSet>
      <dgm:spPr/>
    </dgm:pt>
    <dgm:pt modelId="{17289466-BB1F-4242-938B-C5CB368F30FD}" type="pres">
      <dgm:prSet presAssocID="{B054F303-EDE6-46D8-8492-2ED184CDD00C}" presName="dummy" presStyleCnt="0"/>
      <dgm:spPr/>
    </dgm:pt>
    <dgm:pt modelId="{A2A86206-C59F-4C59-9B14-6BC037FCF133}" type="pres">
      <dgm:prSet presAssocID="{B054F303-EDE6-46D8-8492-2ED184CDD00C}" presName="node" presStyleLbl="revTx" presStyleIdx="0" presStyleCnt="3">
        <dgm:presLayoutVars>
          <dgm:bulletEnabled val="1"/>
        </dgm:presLayoutVars>
      </dgm:prSet>
      <dgm:spPr/>
    </dgm:pt>
    <dgm:pt modelId="{FEA56BBE-7D66-4A72-90D8-A5359C7A4566}" type="pres">
      <dgm:prSet presAssocID="{50A36C6A-170E-4EF1-ADA8-605449739961}" presName="sibTrans" presStyleLbl="node1" presStyleIdx="0" presStyleCnt="3"/>
      <dgm:spPr/>
    </dgm:pt>
    <dgm:pt modelId="{5002A0D0-11F4-4221-9BB7-468D59E1F75C}" type="pres">
      <dgm:prSet presAssocID="{72EE3ED4-19D3-4DFB-A7F5-A685A35CFF68}" presName="dummy" presStyleCnt="0"/>
      <dgm:spPr/>
    </dgm:pt>
    <dgm:pt modelId="{BB6DEFEC-B174-4A24-BEC9-28240552EA3F}" type="pres">
      <dgm:prSet presAssocID="{72EE3ED4-19D3-4DFB-A7F5-A685A35CFF68}" presName="node" presStyleLbl="revTx" presStyleIdx="1" presStyleCnt="3">
        <dgm:presLayoutVars>
          <dgm:bulletEnabled val="1"/>
        </dgm:presLayoutVars>
      </dgm:prSet>
      <dgm:spPr/>
    </dgm:pt>
    <dgm:pt modelId="{298D2E0E-D4B5-4149-B8B2-9C10589C5646}" type="pres">
      <dgm:prSet presAssocID="{C15E444A-0965-4114-A046-41C891275024}" presName="sibTrans" presStyleLbl="node1" presStyleIdx="1" presStyleCnt="3"/>
      <dgm:spPr/>
    </dgm:pt>
    <dgm:pt modelId="{58068154-BD60-48EB-B5C4-5AB3E26F4FDB}" type="pres">
      <dgm:prSet presAssocID="{EA735328-BDCF-4852-80C3-BFAF5DB4EBF5}" presName="dummy" presStyleCnt="0"/>
      <dgm:spPr/>
    </dgm:pt>
    <dgm:pt modelId="{3A2D177D-928B-4764-9E14-6A4541C955E3}" type="pres">
      <dgm:prSet presAssocID="{EA735328-BDCF-4852-80C3-BFAF5DB4EBF5}" presName="node" presStyleLbl="revTx" presStyleIdx="2" presStyleCnt="3">
        <dgm:presLayoutVars>
          <dgm:bulletEnabled val="1"/>
        </dgm:presLayoutVars>
      </dgm:prSet>
      <dgm:spPr/>
    </dgm:pt>
    <dgm:pt modelId="{7071A63F-667E-41D2-8DF0-A5719E8A0801}" type="pres">
      <dgm:prSet presAssocID="{A7CFF6A2-DE30-48BC-B465-C514EA9C5A56}" presName="sibTrans" presStyleLbl="node1" presStyleIdx="2" presStyleCnt="3"/>
      <dgm:spPr/>
    </dgm:pt>
  </dgm:ptLst>
  <dgm:cxnLst>
    <dgm:cxn modelId="{4CFF8102-EA8B-483E-9CBE-6765DB666A64}" type="presOf" srcId="{C15E444A-0965-4114-A046-41C891275024}" destId="{298D2E0E-D4B5-4149-B8B2-9C10589C5646}" srcOrd="0" destOrd="0" presId="urn:microsoft.com/office/officeart/2005/8/layout/cycle1"/>
    <dgm:cxn modelId="{C3520419-DD6E-47B9-8333-CF1D402026ED}" type="presOf" srcId="{EA735328-BDCF-4852-80C3-BFAF5DB4EBF5}" destId="{3A2D177D-928B-4764-9E14-6A4541C955E3}" srcOrd="0" destOrd="0" presId="urn:microsoft.com/office/officeart/2005/8/layout/cycle1"/>
    <dgm:cxn modelId="{276F2A28-D6C0-46DC-8466-8CF9F75BA48B}" type="presOf" srcId="{B054F303-EDE6-46D8-8492-2ED184CDD00C}" destId="{A2A86206-C59F-4C59-9B14-6BC037FCF133}" srcOrd="0" destOrd="0" presId="urn:microsoft.com/office/officeart/2005/8/layout/cycle1"/>
    <dgm:cxn modelId="{EF924A28-7F2F-47EC-9C35-84F89307C449}" type="presOf" srcId="{CECE21BF-9A87-4BB0-929C-28842A4BEE0A}" destId="{C46D82AF-5840-41CB-841E-FD867EC85060}" srcOrd="0" destOrd="0" presId="urn:microsoft.com/office/officeart/2005/8/layout/cycle1"/>
    <dgm:cxn modelId="{3183E231-BBCD-4279-A0E2-A64921AB15DC}" type="presOf" srcId="{72EE3ED4-19D3-4DFB-A7F5-A685A35CFF68}" destId="{BB6DEFEC-B174-4A24-BEC9-28240552EA3F}" srcOrd="0" destOrd="0" presId="urn:microsoft.com/office/officeart/2005/8/layout/cycle1"/>
    <dgm:cxn modelId="{A3F4F260-FC43-4598-ADB5-302167EB08D8}" srcId="{CECE21BF-9A87-4BB0-929C-28842A4BEE0A}" destId="{B054F303-EDE6-46D8-8492-2ED184CDD00C}" srcOrd="0" destOrd="0" parTransId="{C94A194C-EF95-439A-82BC-41D52E45B978}" sibTransId="{50A36C6A-170E-4EF1-ADA8-605449739961}"/>
    <dgm:cxn modelId="{7141BE65-FF7A-4715-9B07-EA8654CF7A03}" type="presOf" srcId="{A7CFF6A2-DE30-48BC-B465-C514EA9C5A56}" destId="{7071A63F-667E-41D2-8DF0-A5719E8A0801}" srcOrd="0" destOrd="0" presId="urn:microsoft.com/office/officeart/2005/8/layout/cycle1"/>
    <dgm:cxn modelId="{90ACCA6F-3F79-4029-A46F-66E612B51B0B}" type="presOf" srcId="{50A36C6A-170E-4EF1-ADA8-605449739961}" destId="{FEA56BBE-7D66-4A72-90D8-A5359C7A4566}" srcOrd="0" destOrd="0" presId="urn:microsoft.com/office/officeart/2005/8/layout/cycle1"/>
    <dgm:cxn modelId="{06BD9FAA-438A-4DEA-A096-C8C115726331}" srcId="{CECE21BF-9A87-4BB0-929C-28842A4BEE0A}" destId="{72EE3ED4-19D3-4DFB-A7F5-A685A35CFF68}" srcOrd="1" destOrd="0" parTransId="{9AA56A13-71CC-45C4-93F9-9843DB41B0EA}" sibTransId="{C15E444A-0965-4114-A046-41C891275024}"/>
    <dgm:cxn modelId="{730259BB-2A5B-46AF-B947-CFB5654EA62F}" srcId="{CECE21BF-9A87-4BB0-929C-28842A4BEE0A}" destId="{EA735328-BDCF-4852-80C3-BFAF5DB4EBF5}" srcOrd="2" destOrd="0" parTransId="{A7926CCF-7AA1-4CED-8668-6E4ED60B7CA5}" sibTransId="{A7CFF6A2-DE30-48BC-B465-C514EA9C5A56}"/>
    <dgm:cxn modelId="{7E065704-A3D2-4CA0-96C9-77A8E1868CA1}" type="presParOf" srcId="{C46D82AF-5840-41CB-841E-FD867EC85060}" destId="{17289466-BB1F-4242-938B-C5CB368F30FD}" srcOrd="0" destOrd="0" presId="urn:microsoft.com/office/officeart/2005/8/layout/cycle1"/>
    <dgm:cxn modelId="{CD90D4E8-17FB-4EE3-8C6B-B958EF5424DE}" type="presParOf" srcId="{C46D82AF-5840-41CB-841E-FD867EC85060}" destId="{A2A86206-C59F-4C59-9B14-6BC037FCF133}" srcOrd="1" destOrd="0" presId="urn:microsoft.com/office/officeart/2005/8/layout/cycle1"/>
    <dgm:cxn modelId="{7D661352-E4E3-4CF9-80B3-499445A29BA4}" type="presParOf" srcId="{C46D82AF-5840-41CB-841E-FD867EC85060}" destId="{FEA56BBE-7D66-4A72-90D8-A5359C7A4566}" srcOrd="2" destOrd="0" presId="urn:microsoft.com/office/officeart/2005/8/layout/cycle1"/>
    <dgm:cxn modelId="{398EA796-92FF-4FB0-987A-9999690E8E7B}" type="presParOf" srcId="{C46D82AF-5840-41CB-841E-FD867EC85060}" destId="{5002A0D0-11F4-4221-9BB7-468D59E1F75C}" srcOrd="3" destOrd="0" presId="urn:microsoft.com/office/officeart/2005/8/layout/cycle1"/>
    <dgm:cxn modelId="{23DF5577-C5EF-4304-9B80-1F0443182CD2}" type="presParOf" srcId="{C46D82AF-5840-41CB-841E-FD867EC85060}" destId="{BB6DEFEC-B174-4A24-BEC9-28240552EA3F}" srcOrd="4" destOrd="0" presId="urn:microsoft.com/office/officeart/2005/8/layout/cycle1"/>
    <dgm:cxn modelId="{8140E2CA-93D4-4254-BCED-A3389ACDC079}" type="presParOf" srcId="{C46D82AF-5840-41CB-841E-FD867EC85060}" destId="{298D2E0E-D4B5-4149-B8B2-9C10589C5646}" srcOrd="5" destOrd="0" presId="urn:microsoft.com/office/officeart/2005/8/layout/cycle1"/>
    <dgm:cxn modelId="{63A8DB4A-5532-466C-AE95-A542800D7012}" type="presParOf" srcId="{C46D82AF-5840-41CB-841E-FD867EC85060}" destId="{58068154-BD60-48EB-B5C4-5AB3E26F4FDB}" srcOrd="6" destOrd="0" presId="urn:microsoft.com/office/officeart/2005/8/layout/cycle1"/>
    <dgm:cxn modelId="{96DEDB83-6C45-42CB-A4B1-BFB551074FA4}" type="presParOf" srcId="{C46D82AF-5840-41CB-841E-FD867EC85060}" destId="{3A2D177D-928B-4764-9E14-6A4541C955E3}" srcOrd="7" destOrd="0" presId="urn:microsoft.com/office/officeart/2005/8/layout/cycle1"/>
    <dgm:cxn modelId="{B312D7AE-F2D7-490A-85F5-4E5D5BAE0C2D}" type="presParOf" srcId="{C46D82AF-5840-41CB-841E-FD867EC85060}" destId="{7071A63F-667E-41D2-8DF0-A5719E8A0801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CB68BE-305E-43CC-8BE4-DA7332EB2268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2ED02-CC17-4389-9D00-60F1286E37C2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Endpoint (72h): $7.20</a:t>
          </a:r>
        </a:p>
      </dsp:txBody>
      <dsp:txXfrm>
        <a:off x="90151" y="2602589"/>
        <a:ext cx="2402775" cy="720000"/>
      </dsp:txXfrm>
    </dsp:sp>
    <dsp:sp modelId="{D574C437-B855-47E8-A74A-923E3B297D9F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9DEB8-A5F8-4E12-9A52-CB820FDE7CB5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Container Registry: $0.17</a:t>
          </a:r>
        </a:p>
      </dsp:txBody>
      <dsp:txXfrm>
        <a:off x="2913412" y="2602589"/>
        <a:ext cx="2402775" cy="720000"/>
      </dsp:txXfrm>
    </dsp:sp>
    <dsp:sp modelId="{58072946-2B40-4A93-9ACA-550CE85A3EEF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49B6-9455-408D-95BC-2C5EC757A45C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Total: ~$7.50</a:t>
          </a:r>
        </a:p>
      </dsp:txBody>
      <dsp:txXfrm>
        <a:off x="5736673" y="2602589"/>
        <a:ext cx="24027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B0922-DD0A-4D24-B7BF-86007B4DCB7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400866-0C7F-40B9-B53D-11620B7ED7E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1AD53-1653-45A6-B3A7-4A27CF78D68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Alta precisión: predicciones confiables</a:t>
          </a:r>
        </a:p>
      </dsp:txBody>
      <dsp:txXfrm>
        <a:off x="46529" y="2703902"/>
        <a:ext cx="2418750" cy="720000"/>
      </dsp:txXfrm>
    </dsp:sp>
    <dsp:sp modelId="{34FB7FAA-2095-440C-B456-F5DDAA9056E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70BEF-3EDA-47B9-A733-91D1139532D4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77FCF-870E-4324-BF06-49BE7EFF707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Recall 49%: detecta la mitad de retrasos</a:t>
          </a:r>
        </a:p>
      </dsp:txBody>
      <dsp:txXfrm>
        <a:off x="2888560" y="2703902"/>
        <a:ext cx="2418750" cy="720000"/>
      </dsp:txXfrm>
    </dsp:sp>
    <dsp:sp modelId="{6D6A618C-8F4D-4F07-AC18-6DCCC19191D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F9EF6-1CDD-4D0D-8EFD-9D5E099FCB1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8408A-A800-4295-875E-4DD97248F8A5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Modelo conservador y útil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5FBDD-0713-4F87-B0C3-BDB0AA454B18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BA9CB-3822-4DBF-AA81-F1D1A697BA2C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Predicción 2+ horas antes</a:t>
          </a:r>
        </a:p>
      </dsp:txBody>
      <dsp:txXfrm>
        <a:off x="25435" y="2276522"/>
        <a:ext cx="1800000" cy="720000"/>
      </dsp:txXfrm>
    </dsp:sp>
    <dsp:sp modelId="{33284628-CB3A-4300-9A6C-195F88D3E25F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8A217-65A3-4032-8ED5-4CAB6B975B8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30-40% menos quejas</a:t>
          </a:r>
        </a:p>
      </dsp:txBody>
      <dsp:txXfrm>
        <a:off x="2140435" y="2276522"/>
        <a:ext cx="1800000" cy="720000"/>
      </dsp:txXfrm>
    </dsp:sp>
    <dsp:sp modelId="{1A6B6223-8D16-48A1-89F8-5FDA6CA90DB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0469A-E59D-4AC0-8631-67511816B2CA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Ahorro $15-$50 por pasajero</a:t>
          </a:r>
        </a:p>
      </dsp:txBody>
      <dsp:txXfrm>
        <a:off x="4255435" y="2276522"/>
        <a:ext cx="1800000" cy="720000"/>
      </dsp:txXfrm>
    </dsp:sp>
    <dsp:sp modelId="{DAAEAFC8-8094-4E8C-B645-5D04AA31C8C0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ECF09-E395-4843-A63C-93AF8255CF9C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Cobertura: aerolíneas USA</a:t>
          </a:r>
        </a:p>
      </dsp:txBody>
      <dsp:txXfrm>
        <a:off x="6370435" y="227652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EF7E2-C15A-4003-B3B1-E7C719512A88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32CA3-DA4C-4A2C-885F-1012A3CF7230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Datos 2019-2023 (sesgo pandemia)</a:t>
          </a:r>
        </a:p>
      </dsp:txBody>
      <dsp:txXfrm>
        <a:off x="90151" y="2602589"/>
        <a:ext cx="2402775" cy="720000"/>
      </dsp:txXfrm>
    </dsp:sp>
    <dsp:sp modelId="{08EE0F66-FB92-425F-BF36-0D5A6CA7FAD6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0F137-61BA-4F77-A171-A7F828CF6C44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Recall limitado</a:t>
          </a:r>
        </a:p>
      </dsp:txBody>
      <dsp:txXfrm>
        <a:off x="2913412" y="2602589"/>
        <a:ext cx="2402775" cy="720000"/>
      </dsp:txXfrm>
    </dsp:sp>
    <dsp:sp modelId="{56CE5CCF-BD9E-4C7C-A89B-DEC18F3C9031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A0748-05EE-49B4-BCFE-101355BF8F4D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Dependencia de datos en tiempo real</a:t>
          </a:r>
        </a:p>
      </dsp:txBody>
      <dsp:txXfrm>
        <a:off x="5736673" y="2602589"/>
        <a:ext cx="2402775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7F6CF-9B01-4777-BC94-1CA598055C21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38816-CFEE-4F20-AEA6-F9F4811DC750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Costo por uso del endpoint</a:t>
          </a:r>
        </a:p>
      </dsp:txBody>
      <dsp:txXfrm>
        <a:off x="456496" y="980400"/>
        <a:ext cx="3381034" cy="2099279"/>
      </dsp:txXfrm>
    </dsp:sp>
    <dsp:sp modelId="{9754724D-FBF0-49F6-8B91-C066AFC0C645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2EE86-9E4B-44E7-90D3-7E09430490D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Sin redundancia en expo</a:t>
          </a:r>
        </a:p>
      </dsp:txBody>
      <dsp:txXfrm>
        <a:off x="4748523" y="980400"/>
        <a:ext cx="3381034" cy="20992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86206-C59F-4C59-9B14-6BC037FCF133}">
      <dsp:nvSpPr>
        <dsp:cNvPr id="0" name=""/>
        <dsp:cNvSpPr/>
      </dsp:nvSpPr>
      <dsp:spPr>
        <a:xfrm>
          <a:off x="3136613" y="620160"/>
          <a:ext cx="1862839" cy="1862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Sin datos personales (BTS público)</a:t>
          </a:r>
        </a:p>
      </dsp:txBody>
      <dsp:txXfrm>
        <a:off x="3136613" y="620160"/>
        <a:ext cx="1862839" cy="1862839"/>
      </dsp:txXfrm>
    </dsp:sp>
    <dsp:sp modelId="{FEA56BBE-7D66-4A72-90D8-A5359C7A4566}">
      <dsp:nvSpPr>
        <dsp:cNvPr id="0" name=""/>
        <dsp:cNvSpPr/>
      </dsp:nvSpPr>
      <dsp:spPr>
        <a:xfrm>
          <a:off x="295999" y="252786"/>
          <a:ext cx="4408124" cy="4408124"/>
        </a:xfrm>
        <a:prstGeom prst="circularArrow">
          <a:avLst>
            <a:gd name="adj1" fmla="val 8241"/>
            <a:gd name="adj2" fmla="val 575443"/>
            <a:gd name="adj3" fmla="val 2966940"/>
            <a:gd name="adj4" fmla="val 49655"/>
            <a:gd name="adj5" fmla="val 9614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6DEFEC-B174-4A24-BEC9-28240552EA3F}">
      <dsp:nvSpPr>
        <dsp:cNvPr id="0" name=""/>
        <dsp:cNvSpPr/>
      </dsp:nvSpPr>
      <dsp:spPr>
        <a:xfrm>
          <a:off x="1568642" y="3335966"/>
          <a:ext cx="1862839" cy="1862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Modelo neutral</a:t>
          </a:r>
        </a:p>
      </dsp:txBody>
      <dsp:txXfrm>
        <a:off x="1568642" y="3335966"/>
        <a:ext cx="1862839" cy="1862839"/>
      </dsp:txXfrm>
    </dsp:sp>
    <dsp:sp modelId="{298D2E0E-D4B5-4149-B8B2-9C10589C5646}">
      <dsp:nvSpPr>
        <dsp:cNvPr id="0" name=""/>
        <dsp:cNvSpPr/>
      </dsp:nvSpPr>
      <dsp:spPr>
        <a:xfrm>
          <a:off x="295999" y="252786"/>
          <a:ext cx="4408124" cy="4408124"/>
        </a:xfrm>
        <a:prstGeom prst="circularArrow">
          <a:avLst>
            <a:gd name="adj1" fmla="val 8241"/>
            <a:gd name="adj2" fmla="val 575443"/>
            <a:gd name="adj3" fmla="val 10174902"/>
            <a:gd name="adj4" fmla="val 7257617"/>
            <a:gd name="adj5" fmla="val 9614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2D177D-928B-4764-9E14-6A4541C955E3}">
      <dsp:nvSpPr>
        <dsp:cNvPr id="0" name=""/>
        <dsp:cNvSpPr/>
      </dsp:nvSpPr>
      <dsp:spPr>
        <a:xfrm>
          <a:off x="670" y="620160"/>
          <a:ext cx="1862839" cy="1862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 usar para decisiones automáticas críticas</a:t>
          </a:r>
        </a:p>
      </dsp:txBody>
      <dsp:txXfrm>
        <a:off x="670" y="620160"/>
        <a:ext cx="1862839" cy="1862839"/>
      </dsp:txXfrm>
    </dsp:sp>
    <dsp:sp modelId="{7071A63F-667E-41D2-8DF0-A5719E8A0801}">
      <dsp:nvSpPr>
        <dsp:cNvPr id="0" name=""/>
        <dsp:cNvSpPr/>
      </dsp:nvSpPr>
      <dsp:spPr>
        <a:xfrm>
          <a:off x="295999" y="252786"/>
          <a:ext cx="4408124" cy="4408124"/>
        </a:xfrm>
        <a:prstGeom prst="circularArrow">
          <a:avLst>
            <a:gd name="adj1" fmla="val 8241"/>
            <a:gd name="adj2" fmla="val 575443"/>
            <a:gd name="adj3" fmla="val 16859603"/>
            <a:gd name="adj4" fmla="val 14964955"/>
            <a:gd name="adj5" fmla="val 9614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5116529"/>
            <a:ext cx="7944130" cy="10006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dirty="0" err="1"/>
              <a:t>Arquitectura</a:t>
            </a:r>
            <a:r>
              <a:rPr lang="en-US" sz="3500" b="1" dirty="0"/>
              <a:t>, Costos y KPIs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B4BB12-34EE-AEA4-D707-2A2F869B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95" b="13756"/>
          <a:stretch>
            <a:fillRect/>
          </a:stretch>
        </p:blipFill>
        <p:spPr>
          <a:xfrm>
            <a:off x="20" y="10"/>
            <a:ext cx="9143980" cy="4201449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 useBgFill="1">
          <p:nvSpPr>
            <p:cNvPr id="22" name="Freeform: Shape 21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4580785"/>
            <a:ext cx="7062673" cy="484374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b="1" dirty="0"/>
              <a:t>Proyecto de </a:t>
            </a:r>
            <a:r>
              <a:rPr lang="en-US" b="1" dirty="0" err="1"/>
              <a:t>Predicción</a:t>
            </a:r>
            <a:r>
              <a:rPr lang="en-US" b="1" dirty="0"/>
              <a:t> de </a:t>
            </a:r>
            <a:r>
              <a:rPr lang="en-US" b="1" dirty="0" err="1"/>
              <a:t>Retrasos</a:t>
            </a:r>
            <a:r>
              <a:rPr lang="en-US" b="1" dirty="0"/>
              <a:t> de </a:t>
            </a:r>
            <a:r>
              <a:rPr lang="en-US" b="1" dirty="0" err="1"/>
              <a:t>Vuelos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/>
              <a:t>Arquitectura de Azure</a:t>
            </a:r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US" sz="1900" b="1"/>
              <a:t>Servicios utilizados:</a:t>
            </a:r>
            <a:endParaRPr lang="en-US" sz="1900"/>
          </a:p>
          <a:p>
            <a:r>
              <a:rPr lang="en-US" sz="1900"/>
              <a:t>Azure Machine Learning Workspace (ws-vuelos-v3, West US 2) </a:t>
            </a:r>
          </a:p>
          <a:p>
            <a:r>
              <a:rPr lang="en-US" sz="1900"/>
              <a:t>Azure Container Registry </a:t>
            </a:r>
          </a:p>
          <a:p>
            <a:r>
              <a:rPr lang="en-US" sz="1900"/>
              <a:t>Azure Storage Account </a:t>
            </a:r>
          </a:p>
          <a:p>
            <a:r>
              <a:rPr lang="en-US" sz="1900"/>
              <a:t>Azure Key Vault </a:t>
            </a:r>
          </a:p>
          <a:p>
            <a:r>
              <a:rPr lang="en-US" sz="1900"/>
              <a:t>Managed Online Endpoint (ep-vuelos-westus2-final) </a:t>
            </a:r>
          </a:p>
          <a:p>
            <a:r>
              <a:rPr lang="en-US" sz="1900"/>
              <a:t>Application Insights</a:t>
            </a:r>
          </a:p>
        </p:txBody>
      </p:sp>
      <p:pic>
        <p:nvPicPr>
          <p:cNvPr id="1026" name="Picture 2" descr="Fotos de Fondo ai - Descarga fotos gratis de gran calidad ...">
            <a:extLst>
              <a:ext uri="{FF2B5EF4-FFF2-40B4-BE49-F238E27FC236}">
                <a16:creationId xmlns:a16="http://schemas.microsoft.com/office/drawing/2014/main" id="{C7777499-E8C8-D98A-147D-C6039DC62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8" r="20972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1" y="762001"/>
            <a:ext cx="3060272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Flujo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470244"/>
            <a:ext cx="3060271" cy="3769834"/>
          </a:xfrm>
        </p:spPr>
        <p:txBody>
          <a:bodyPr anchor="ctr">
            <a:normAutofit/>
          </a:bodyPr>
          <a:lstStyle/>
          <a:p>
            <a:r>
              <a:rPr lang="en-US" sz="1700"/>
              <a:t>CSV →</a:t>
            </a:r>
          </a:p>
          <a:p>
            <a:r>
              <a:rPr lang="en-US" sz="1700"/>
              <a:t> Google Colab →</a:t>
            </a:r>
          </a:p>
          <a:p>
            <a:r>
              <a:rPr lang="en-US" sz="1700"/>
              <a:t> PKLs → </a:t>
            </a:r>
          </a:p>
          <a:p>
            <a:r>
              <a:rPr lang="en-US" sz="1700"/>
              <a:t>Azure ML Registry → </a:t>
            </a:r>
          </a:p>
          <a:p>
            <a:r>
              <a:rPr lang="en-US" sz="1700"/>
              <a:t>Environment → </a:t>
            </a:r>
          </a:p>
          <a:p>
            <a:r>
              <a:rPr lang="en-US" sz="1700"/>
              <a:t>Endpoint →</a:t>
            </a:r>
          </a:p>
          <a:p>
            <a:r>
              <a:rPr lang="en-US" sz="1700"/>
              <a:t> API → </a:t>
            </a:r>
          </a:p>
          <a:p>
            <a:r>
              <a:rPr lang="en-US" sz="1700"/>
              <a:t>Web → </a:t>
            </a:r>
          </a:p>
          <a:p>
            <a:r>
              <a:rPr lang="en-US" sz="1700"/>
              <a:t>Usuario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50" y="0"/>
            <a:ext cx="50863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CF8DF0-437E-6575-4578-26B1FDBDA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97876"/>
            <a:ext cx="4000647" cy="2662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3286" y="467271"/>
            <a:ext cx="3146755" cy="2052522"/>
          </a:xfrm>
        </p:spPr>
        <p:txBody>
          <a:bodyPr anchor="b">
            <a:normAutofit/>
          </a:bodyPr>
          <a:lstStyle/>
          <a:p>
            <a:r>
              <a:rPr lang="en-US" sz="4900"/>
              <a:t>Costos - Desarrollo</a:t>
            </a:r>
          </a:p>
        </p:txBody>
      </p:sp>
      <p:sp>
        <p:nvSpPr>
          <p:cNvPr id="2057" name="Oval 2056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2223" y="554152"/>
            <a:ext cx="4306642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100+] Fondos de fotos de Ai | Wallpapers.com">
            <a:extLst>
              <a:ext uri="{FF2B5EF4-FFF2-40B4-BE49-F238E27FC236}">
                <a16:creationId xmlns:a16="http://schemas.microsoft.com/office/drawing/2014/main" id="{392E6116-6B77-D1B2-6205-F7464282B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23" r="10724" b="-1"/>
          <a:stretch>
            <a:fillRect/>
          </a:stretch>
        </p:blipFill>
        <p:spPr bwMode="auto">
          <a:xfrm>
            <a:off x="379063" y="554151"/>
            <a:ext cx="4306642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17" y="703679"/>
            <a:ext cx="128636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1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064" y="1562696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3286" y="2990818"/>
            <a:ext cx="3146755" cy="2913872"/>
          </a:xfrm>
        </p:spPr>
        <p:txBody>
          <a:bodyPr anchor="t">
            <a:normAutofit/>
          </a:bodyPr>
          <a:lstStyle/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Azure ML Studio: Gratis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Compute (~10h): $1.40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Storage: $0.02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Total: ~$1.50</a:t>
            </a:r>
          </a:p>
        </p:txBody>
      </p:sp>
      <p:sp>
        <p:nvSpPr>
          <p:cNvPr id="2063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0611" y="5775082"/>
            <a:ext cx="84320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65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Costos - Prueba</a:t>
            </a:r>
          </a:p>
        </p:txBody>
      </p:sp>
      <p:graphicFrame>
        <p:nvGraphicFramePr>
          <p:cNvPr id="3076" name="Content Placeholder 2">
            <a:extLst>
              <a:ext uri="{FF2B5EF4-FFF2-40B4-BE49-F238E27FC236}">
                <a16:creationId xmlns:a16="http://schemas.microsoft.com/office/drawing/2014/main" id="{D2E542BA-69E4-8B68-3499-F1813CC4C3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Inteligencia artificial, fondo de tecnología AI. Concepto de datos grandes.  Ilustración de vector de fondo abstracto de innovación de concepto de  comunicación de alta tecnología | Vector Premium">
            <a:extLst>
              <a:ext uri="{FF2B5EF4-FFF2-40B4-BE49-F238E27FC236}">
                <a16:creationId xmlns:a16="http://schemas.microsoft.com/office/drawing/2014/main" id="{674125C3-E35A-4FF9-4B85-ED10C7309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26289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7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/>
              <a:t>Costos - Producción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3114580" cy="4303464"/>
          </a:xfrm>
        </p:spPr>
        <p:txBody>
          <a:bodyPr>
            <a:normAutofit/>
          </a:bodyPr>
          <a:lstStyle/>
          <a:p>
            <a:r>
              <a:rPr lang="en-US" sz="1700"/>
              <a:t>Endpoint 24/7: ~$72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Container Registry: ~$20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App Insights: ~$1.15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Storage: ~$0.20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Total: ~$93/mes</a:t>
            </a:r>
          </a:p>
        </p:txBody>
      </p:sp>
      <p:pic>
        <p:nvPicPr>
          <p:cNvPr id="4100" name="Picture 4" descr="Vectores de Fondo ai - Descarga vectores gratis de gran calidad de Freepik  | Freepik">
            <a:extLst>
              <a:ext uri="{FF2B5EF4-FFF2-40B4-BE49-F238E27FC236}">
                <a16:creationId xmlns:a16="http://schemas.microsoft.com/office/drawing/2014/main" id="{01E1D6B7-AF8C-A347-A530-104267AFD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0" r="2007" b="-2"/>
          <a:stretch>
            <a:fillRect/>
          </a:stretch>
        </p:blipFill>
        <p:spPr bwMode="auto">
          <a:xfrm>
            <a:off x="3887625" y="1904282"/>
            <a:ext cx="4627724" cy="42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r>
              <a:rPr lang="en-US" sz="3500"/>
              <a:t>KPIs Técnicos</a:t>
            </a:r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5130" name="Rectangle 51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Rectangle 51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en-US" sz="1700"/>
              <a:t>AUC-ROC: 0.7999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Precisión: 97.79%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Recall: 49.15%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F1-Score: 0.6542</a:t>
            </a:r>
          </a:p>
          <a:p>
            <a:pPr marL="0" indent="0">
              <a:buNone/>
            </a:pPr>
            <a:endParaRPr lang="en-US" sz="1700"/>
          </a:p>
          <a:p>
            <a:r>
              <a:rPr lang="en-US" sz="1700"/>
              <a:t>Modelo: Gradient Boosting</a:t>
            </a: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AI Wallpapers: descarga e instalación gratuitas en Windows | Microsoft Store">
            <a:extLst>
              <a:ext uri="{FF2B5EF4-FFF2-40B4-BE49-F238E27FC236}">
                <a16:creationId xmlns:a16="http://schemas.microsoft.com/office/drawing/2014/main" id="{E54ABEBD-54D8-58E3-27D2-942DE87DE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6" r="12727" b="2"/>
          <a:stretch>
            <a:fillRect/>
          </a:stretch>
        </p:blipFill>
        <p:spPr bwMode="auto">
          <a:xfrm>
            <a:off x="4483341" y="799352"/>
            <a:ext cx="4069057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Interpretación KPIs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3E7F6C-4F25-AC55-2A7A-B8B65F1F7D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29086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KPIs de Negocio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9A079A-088C-B0F2-68BB-32BACEF4C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82497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Técnicos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DE0658-EEB6-C5F2-83A8-08E6BE4E86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Riesgos Operacionales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057ABF-0EB2-FB0F-038D-E4604EE185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99730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Ética y Regulación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F4C714-920E-5278-E78C-6FF37B4BA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68939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247</Words>
  <Application>Microsoft Office PowerPoint</Application>
  <PresentationFormat>Presentación en pantalla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Arquitectura, Costos y KPIs</vt:lpstr>
      <vt:lpstr>Arquitectura de Azure</vt:lpstr>
      <vt:lpstr>Flujo de Datos</vt:lpstr>
      <vt:lpstr>Costos - Desarrollo</vt:lpstr>
      <vt:lpstr>Costos - Prueba</vt:lpstr>
      <vt:lpstr>Costos - Producción</vt:lpstr>
      <vt:lpstr>KPIs Técnicos</vt:lpstr>
      <vt:lpstr>Interpretación KPIs</vt:lpstr>
      <vt:lpstr>KPIs de Negocio</vt:lpstr>
      <vt:lpstr>Riesgos Técnicos</vt:lpstr>
      <vt:lpstr>Riesgos Operacionales</vt:lpstr>
      <vt:lpstr>Ética y Regulación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Roberto Burgos Mateo</cp:lastModifiedBy>
  <cp:revision>2</cp:revision>
  <dcterms:created xsi:type="dcterms:W3CDTF">2013-01-27T09:14:16Z</dcterms:created>
  <dcterms:modified xsi:type="dcterms:W3CDTF">2026-04-14T21:55:31Z</dcterms:modified>
  <cp:category/>
</cp:coreProperties>
</file>